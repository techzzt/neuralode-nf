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98F5"/>
    <a:srgbClr val="0A4CF8"/>
    <a:srgbClr val="FF7E79"/>
    <a:srgbClr val="797979"/>
    <a:srgbClr val="008F00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2"/>
    <p:restoredTop sz="64776"/>
  </p:normalViewPr>
  <p:slideViewPr>
    <p:cSldViewPr snapToGrid="0">
      <p:cViewPr>
        <p:scale>
          <a:sx n="64" d="100"/>
          <a:sy n="64" d="100"/>
        </p:scale>
        <p:origin x="1864" y="122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36626-F00C-4949-8CE5-8A8C466ABE31}" type="datetimeFigureOut">
              <a:rPr lang="en-KR" smtClean="0"/>
              <a:t>5/26/25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97A88-6878-7A42-BD5D-41BECD71E03B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7392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/pdf/2409.03845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7A88-6878-7A42-BD5D-41BECD71E03B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2393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ayandas.me</a:t>
            </a:r>
            <a:r>
              <a:rPr lang="en-US" dirty="0"/>
              <a:t>/blogs/2020-03-20-neural-ode.html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7A88-6878-7A42-BD5D-41BECD71E03B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4802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RNN </a:t>
            </a:r>
            <a:r>
              <a:rPr lang="ko-KR" altLang="en-US" dirty="0"/>
              <a:t>내부에서 </a:t>
            </a:r>
            <a:r>
              <a:rPr lang="en-US" dirty="0"/>
              <a:t>ODE</a:t>
            </a:r>
            <a:r>
              <a:rPr lang="ko-KR" altLang="en-US" dirty="0"/>
              <a:t>로 </a:t>
            </a:r>
            <a:r>
              <a:rPr lang="en-US" dirty="0"/>
              <a:t>hidden state </a:t>
            </a:r>
            <a:r>
              <a:rPr lang="ko-KR" altLang="en-US" dirty="0"/>
              <a:t>업데이트 </a:t>
            </a:r>
            <a:r>
              <a:rPr lang="en-US" altLang="ko-KR" dirty="0"/>
              <a:t>(</a:t>
            </a:r>
            <a:r>
              <a:rPr lang="en-US" dirty="0"/>
              <a:t>ODE-RNN </a:t>
            </a:r>
            <a:r>
              <a:rPr lang="ko-KR" altLang="en-US" dirty="0"/>
              <a:t>구현</a:t>
            </a:r>
            <a:r>
              <a:rPr lang="en-US" altLang="ko-KR" dirty="0"/>
              <a:t>)</a:t>
            </a:r>
          </a:p>
          <a:p>
            <a:r>
              <a:rPr lang="en-US" dirty="0" err="1"/>
              <a:t>ODEDecoder</a:t>
            </a:r>
            <a:r>
              <a:rPr lang="ko-KR" altLang="en-US" dirty="0"/>
              <a:t>가 </a:t>
            </a:r>
            <a:r>
              <a:rPr lang="en-US" dirty="0"/>
              <a:t>latent state</a:t>
            </a:r>
            <a:r>
              <a:rPr lang="ko-KR" altLang="en-US" dirty="0"/>
              <a:t>에서 예측 시점까지 </a:t>
            </a:r>
            <a:r>
              <a:rPr lang="en-US" dirty="0"/>
              <a:t>integration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연속적 입력 → </a:t>
            </a:r>
            <a:r>
              <a:rPr lang="en-US" dirty="0"/>
              <a:t>RNN+ODE Encoder → Decoder </a:t>
            </a:r>
            <a:r>
              <a:rPr lang="en-US" dirty="0" err="1"/>
              <a:t>ODEint</a:t>
            </a:r>
            <a:r>
              <a:rPr lang="ko-KR" altLang="en-US" dirty="0"/>
              <a:t>로 예측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https://</a:t>
            </a:r>
            <a:r>
              <a:rPr lang="en-US" b="1" dirty="0" err="1"/>
              <a:t>www.mathworks.com</a:t>
            </a:r>
            <a:r>
              <a:rPr lang="en-US" b="1" dirty="0"/>
              <a:t>/help/</a:t>
            </a:r>
            <a:r>
              <a:rPr lang="en-US" b="1" dirty="0" err="1"/>
              <a:t>deeplearning</a:t>
            </a:r>
            <a:r>
              <a:rPr lang="en-US" b="1" dirty="0"/>
              <a:t>/ug/train-latent-ode-network-with-irregularly-sampled-time-series-data.html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Causal Transformer / Time Series Transformer → </a:t>
            </a:r>
            <a:r>
              <a:rPr lang="ko-KR" altLang="en-US" b="1" dirty="0"/>
              <a:t>시간 흐름을 고려한 인과성 유지</a:t>
            </a:r>
          </a:p>
          <a:p>
            <a:r>
              <a:rPr lang="ko-KR" altLang="en-US" dirty="0"/>
              <a:t>기존 </a:t>
            </a:r>
            <a:r>
              <a:rPr lang="en-US" dirty="0"/>
              <a:t>Transformer</a:t>
            </a:r>
            <a:r>
              <a:rPr lang="ko-KR" altLang="en-US" dirty="0"/>
              <a:t>는 </a:t>
            </a:r>
            <a:r>
              <a:rPr lang="ko-KR" altLang="en-US" b="1" dirty="0"/>
              <a:t>양방향</a:t>
            </a:r>
            <a:r>
              <a:rPr lang="ko-KR" altLang="en-US" dirty="0"/>
              <a:t> 정보를 사용하지만</a:t>
            </a:r>
            <a:r>
              <a:rPr lang="en-US" altLang="ko-KR" dirty="0"/>
              <a:t>, </a:t>
            </a:r>
            <a:r>
              <a:rPr lang="ko-KR" altLang="en-US" dirty="0"/>
              <a:t>시계열에서는 </a:t>
            </a:r>
            <a:r>
              <a:rPr lang="ko-KR" altLang="en-US" b="1" dirty="0"/>
              <a:t>현재 시점까지의 정보만 보도록 제한하는</a:t>
            </a:r>
            <a:r>
              <a:rPr lang="ko-KR" altLang="en-US" dirty="0"/>
              <a:t> 게 중요해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ko-KR" altLang="en-US" b="1" dirty="0"/>
              <a:t>변화 시점 </a:t>
            </a:r>
            <a:r>
              <a:rPr lang="en-US" altLang="ko-KR" b="1" dirty="0"/>
              <a:t>(</a:t>
            </a:r>
            <a:r>
              <a:rPr lang="en-US" b="1" dirty="0"/>
              <a:t>shift start)</a:t>
            </a:r>
            <a:r>
              <a:rPr lang="en-US" dirty="0"/>
              <a:t> </a:t>
            </a:r>
            <a:r>
              <a:rPr lang="ko-KR" altLang="en-US" dirty="0"/>
              <a:t>을 감지하고 싶을 때는 </a:t>
            </a:r>
            <a:r>
              <a:rPr lang="en-US" b="1" dirty="0"/>
              <a:t>causal mask</a:t>
            </a:r>
            <a:r>
              <a:rPr 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도입해서 </a:t>
            </a:r>
            <a:r>
              <a:rPr lang="en-US" dirty="0"/>
              <a:t>Transformer</a:t>
            </a:r>
            <a:r>
              <a:rPr lang="ko-KR" altLang="en-US" dirty="0"/>
              <a:t>가 미래를 못 보도록 만들어야 해</a:t>
            </a:r>
            <a:r>
              <a:rPr lang="en-US" altLang="ko-KR" dirty="0"/>
              <a:t>.</a:t>
            </a:r>
          </a:p>
          <a:p>
            <a:endParaRPr lang="en-KR" dirty="0"/>
          </a:p>
          <a:p>
            <a:endParaRPr lang="en-KR" dirty="0"/>
          </a:p>
          <a:p>
            <a:pPr>
              <a:buNone/>
            </a:pPr>
            <a:r>
              <a:rPr lang="en-US" b="1" dirty="0"/>
              <a:t>Irregular </a:t>
            </a:r>
            <a:r>
              <a:rPr lang="ko-KR" altLang="en-US" b="1" dirty="0"/>
              <a:t>시계열 → 시간 인코딩 반드시 추가하는 게 좋아</a:t>
            </a:r>
          </a:p>
          <a:p>
            <a:endParaRPr lang="en-KR" dirty="0"/>
          </a:p>
          <a:p>
            <a:r>
              <a:rPr lang="ko-KR" altLang="en-US" dirty="0"/>
              <a:t>시계열 간 간격이 불규칙하면</a:t>
            </a:r>
            <a:r>
              <a:rPr lang="en-US" altLang="ko-KR" dirty="0"/>
              <a:t>, </a:t>
            </a:r>
            <a:r>
              <a:rPr lang="ko-KR" altLang="en-US" dirty="0"/>
              <a:t>단순한 </a:t>
            </a:r>
            <a:r>
              <a:rPr lang="en-US" dirty="0"/>
              <a:t>index </a:t>
            </a:r>
            <a:r>
              <a:rPr lang="ko-KR" altLang="en-US" dirty="0"/>
              <a:t>기반 </a:t>
            </a:r>
            <a:r>
              <a:rPr lang="ko-KR" altLang="en-US" dirty="0" err="1"/>
              <a:t>포지셔널</a:t>
            </a:r>
            <a:r>
              <a:rPr lang="ko-KR" altLang="en-US" dirty="0"/>
              <a:t> 인코딩 </a:t>
            </a:r>
            <a:r>
              <a:rPr lang="en-US" altLang="ko-KR" dirty="0"/>
              <a:t>(0, 1, 2, ...) </a:t>
            </a:r>
            <a:r>
              <a:rPr lang="ko-KR" altLang="en-US" dirty="0"/>
              <a:t>은 효과가 낮아져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이때는 </a:t>
            </a:r>
            <a:r>
              <a:rPr lang="ko-KR" altLang="en-US" b="1" dirty="0"/>
              <a:t>실제 시간 간격</a:t>
            </a:r>
            <a:r>
              <a:rPr lang="en-US" altLang="ko-KR" b="1" dirty="0"/>
              <a:t>(∆</a:t>
            </a:r>
            <a:r>
              <a:rPr lang="en-US" b="1" dirty="0"/>
              <a:t>t)</a:t>
            </a:r>
            <a:r>
              <a:rPr lang="en-US" dirty="0"/>
              <a:t> </a:t>
            </a:r>
            <a:r>
              <a:rPr lang="ko-KR" altLang="en-US" dirty="0"/>
              <a:t>을 활용한 </a:t>
            </a:r>
            <a:r>
              <a:rPr lang="en-US" b="1" dirty="0"/>
              <a:t>time embedding</a:t>
            </a:r>
            <a:r>
              <a:rPr lang="en-US" dirty="0"/>
              <a:t> </a:t>
            </a:r>
            <a:r>
              <a:rPr lang="ko-KR" altLang="en-US" dirty="0"/>
              <a:t>또는 </a:t>
            </a:r>
            <a:r>
              <a:rPr lang="en-US" b="1" dirty="0"/>
              <a:t>continuous time encoding</a:t>
            </a:r>
            <a:r>
              <a:rPr lang="en-US" dirty="0"/>
              <a:t> </a:t>
            </a:r>
            <a:r>
              <a:rPr lang="ko-KR" altLang="en-US" dirty="0"/>
              <a:t>이 유효해</a:t>
            </a:r>
            <a:r>
              <a:rPr lang="en-US" altLang="ko-KR" dirty="0"/>
              <a:t>.</a:t>
            </a:r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7A88-6878-7A42-BD5D-41BECD71E03B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19407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0B2B-898C-AF73-4903-D5716107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6F0CB-8BC4-40E1-7BFE-B3F96A8A5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7C9D0-4E16-E47B-B5CF-039C75CE3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EB542-9330-EF0F-735C-C66C796ED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597A88-6878-7A42-BD5D-41BECD71E03B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9294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BA8E-900A-5070-98AE-03ABF4D4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8C87E-A047-CF6A-3A5E-1F1E4ADF6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29B27-0815-F158-E45F-98E14116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ECA6-97EA-3BCD-9F88-8E114491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A6AF-A3FB-520F-2DC5-FC2ADE94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7487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7E4AE-575B-E4AF-DB82-D92C47AF1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7460E-E6E4-8EF7-5951-6502D2B5E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C2F36-4EEE-406F-043E-33E694A79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77997-5700-461A-980C-CA5AC89C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B4847-98F7-4319-2C9D-54181D7E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37303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558B-552F-306D-CE53-548465F9D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FE727-2B34-2208-2948-ECFF5DB94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F8C50-26A8-D1EA-2D44-B916FC54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09F67-7DEE-82C4-39A9-C65F448C1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65FA7-B5D0-7BD6-5541-5174E6F2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6008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1FA74-B568-2EDA-F284-5A941926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58D3-6F02-0239-6CEC-25CF56001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E7A42-70F4-FBC6-BE08-87A57ABE8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E5335-F810-0C46-ACCD-4037137C2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4255F-872D-B60B-3A0C-961510613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2C3F1-7F80-7C3F-6A9B-2F9336A0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82090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33FB-637D-6A69-B743-B83851861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C4F00-A6B4-8FC3-856C-34D64709A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38A2C-42AD-701D-401C-080D0FC09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0250D-2FD2-12D4-C6CA-575132B04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1DF5A-BEA9-C228-4D23-95B1336F7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06104-7109-5B01-12C7-00A0EEA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34A74-7295-25A9-BDAB-94D4AA44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5F8C5-7BC1-AD8C-95BD-E4B30141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6856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1704-B900-CD86-F1DA-8501F3EEF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31A8E-156D-04B6-B34B-9C672F1A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45F332-3A56-89D1-B023-E333D80A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A37A4B-1513-54C0-B8B3-94B315E9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1143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8D59F-94F4-3781-58EB-D0C53DEB7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EE2514-7CC8-F2DD-B8F2-D7481B0B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C1930-280B-B0E3-5020-A5B19E48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278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265E-5AC6-6962-46B1-3150E65C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4CE04-3703-1F6C-EEFE-8027E35C4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BB8AA-3053-D71D-1F35-0BFF0BD9E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34C1B-B20A-B148-7C5F-8C81DD6C1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F8829-3717-00D7-669A-93325891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1A79B-2376-C297-F619-8F054BA9A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4996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3261-928D-4BFF-CBDF-5E36BE6C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3DAF9-EB50-4B50-E021-777A261B4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21282-95A6-DCA7-DB8E-3E856AD42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5E335-8C17-E53E-5B5A-5DC0FB6A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3C135-4CED-E17E-5992-20DC281A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09DF9-5224-880C-D70A-96D410C8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1706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2B3-D74B-A8F3-B122-6414C720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3089E-4527-581D-5DBE-C4D18D112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9B8AF-4E7B-C041-4B71-52A74A90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38361-1BDF-C7EA-4C9F-B9E6FAFAE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15EAA-7E17-F10A-DC68-A3650A27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4843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E54B8-EDA6-9A77-EEF9-7DD427318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E3B2-B3BD-BE97-F437-A32162285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BF82B-3605-3333-6C7D-5D56C8CE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8038E-FC1A-10BB-0051-37279B10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883FF-0377-061D-41F5-97608380C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8530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CEBA79-D7CB-2B42-CC2E-C0155F53B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E144F-A592-6031-3CB7-74BA7AD05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4C39-32F6-BBAB-0140-2ECF79621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9D73C-C6A2-9749-8391-73119BB23740}" type="datetimeFigureOut">
              <a:rPr lang="en-KR" smtClean="0"/>
              <a:t>5/26/25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88A5-4D20-9861-868F-7E8875BBC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06E8E-44BE-AF0A-1A41-BDCD579F0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BC86C-49E2-4949-A5D2-5248FCA422A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4920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37">
            <a:extLst>
              <a:ext uri="{FF2B5EF4-FFF2-40B4-BE49-F238E27FC236}">
                <a16:creationId xmlns:a16="http://schemas.microsoft.com/office/drawing/2014/main" id="{5F9D5791-38D4-7ADE-0DB4-853431F25556}"/>
              </a:ext>
            </a:extLst>
          </p:cNvPr>
          <p:cNvSpPr/>
          <p:nvPr/>
        </p:nvSpPr>
        <p:spPr>
          <a:xfrm>
            <a:off x="2718033" y="3724704"/>
            <a:ext cx="1652631" cy="335568"/>
          </a:xfrm>
          <a:custGeom>
            <a:avLst/>
            <a:gdLst>
              <a:gd name="connsiteX0" fmla="*/ 0 w 1652631"/>
              <a:gd name="connsiteY0" fmla="*/ 335568 h 335568"/>
              <a:gd name="connsiteX1" fmla="*/ 1124125 w 1652631"/>
              <a:gd name="connsiteY1" fmla="*/ 8 h 335568"/>
              <a:gd name="connsiteX2" fmla="*/ 1652631 w 1652631"/>
              <a:gd name="connsiteY2" fmla="*/ 327179 h 33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631" h="335568">
                <a:moveTo>
                  <a:pt x="0" y="335568"/>
                </a:moveTo>
                <a:cubicBezTo>
                  <a:pt x="424343" y="168487"/>
                  <a:pt x="848687" y="1406"/>
                  <a:pt x="1124125" y="8"/>
                </a:cubicBezTo>
                <a:cubicBezTo>
                  <a:pt x="1399563" y="-1390"/>
                  <a:pt x="1526097" y="162894"/>
                  <a:pt x="1652631" y="327179"/>
                </a:cubicBezTo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C7534324-4238-F6FE-E5A0-FA5E9F0EE330}"/>
              </a:ext>
            </a:extLst>
          </p:cNvPr>
          <p:cNvSpPr/>
          <p:nvPr/>
        </p:nvSpPr>
        <p:spPr>
          <a:xfrm>
            <a:off x="4412609" y="4077038"/>
            <a:ext cx="872455" cy="126081"/>
          </a:xfrm>
          <a:custGeom>
            <a:avLst/>
            <a:gdLst>
              <a:gd name="connsiteX0" fmla="*/ 0 w 872455"/>
              <a:gd name="connsiteY0" fmla="*/ 25179 h 126081"/>
              <a:gd name="connsiteX1" fmla="*/ 243281 w 872455"/>
              <a:gd name="connsiteY1" fmla="*/ 125846 h 126081"/>
              <a:gd name="connsiteX2" fmla="*/ 553674 w 872455"/>
              <a:gd name="connsiteY2" fmla="*/ 12 h 126081"/>
              <a:gd name="connsiteX3" fmla="*/ 763398 w 872455"/>
              <a:gd name="connsiteY3" fmla="*/ 117457 h 126081"/>
              <a:gd name="connsiteX4" fmla="*/ 872455 w 872455"/>
              <a:gd name="connsiteY4" fmla="*/ 12 h 126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2455" h="126081">
                <a:moveTo>
                  <a:pt x="0" y="25179"/>
                </a:moveTo>
                <a:cubicBezTo>
                  <a:pt x="75501" y="77609"/>
                  <a:pt x="151002" y="130040"/>
                  <a:pt x="243281" y="125846"/>
                </a:cubicBezTo>
                <a:cubicBezTo>
                  <a:pt x="335560" y="121652"/>
                  <a:pt x="466988" y="1410"/>
                  <a:pt x="553674" y="12"/>
                </a:cubicBezTo>
                <a:cubicBezTo>
                  <a:pt x="640360" y="-1386"/>
                  <a:pt x="710268" y="117457"/>
                  <a:pt x="763398" y="117457"/>
                </a:cubicBezTo>
                <a:cubicBezTo>
                  <a:pt x="816528" y="117457"/>
                  <a:pt x="844491" y="58734"/>
                  <a:pt x="872455" y="12"/>
                </a:cubicBezTo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FAABFA6A-4BD5-71F0-AB32-E4EDAB347868}"/>
              </a:ext>
            </a:extLst>
          </p:cNvPr>
          <p:cNvSpPr/>
          <p:nvPr/>
        </p:nvSpPr>
        <p:spPr>
          <a:xfrm>
            <a:off x="5394121" y="3925694"/>
            <a:ext cx="602740" cy="168921"/>
          </a:xfrm>
          <a:custGeom>
            <a:avLst/>
            <a:gdLst>
              <a:gd name="connsiteX0" fmla="*/ 0 w 602740"/>
              <a:gd name="connsiteY0" fmla="*/ 117800 h 168921"/>
              <a:gd name="connsiteX1" fmla="*/ 234892 w 602740"/>
              <a:gd name="connsiteY1" fmla="*/ 354 h 168921"/>
              <a:gd name="connsiteX2" fmla="*/ 570451 w 602740"/>
              <a:gd name="connsiteY2" fmla="*/ 151356 h 168921"/>
              <a:gd name="connsiteX3" fmla="*/ 570451 w 602740"/>
              <a:gd name="connsiteY3" fmla="*/ 159745 h 168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2740" h="168921">
                <a:moveTo>
                  <a:pt x="0" y="117800"/>
                </a:moveTo>
                <a:cubicBezTo>
                  <a:pt x="69908" y="56280"/>
                  <a:pt x="139817" y="-5239"/>
                  <a:pt x="234892" y="354"/>
                </a:cubicBezTo>
                <a:cubicBezTo>
                  <a:pt x="329967" y="5947"/>
                  <a:pt x="514525" y="124791"/>
                  <a:pt x="570451" y="151356"/>
                </a:cubicBezTo>
                <a:cubicBezTo>
                  <a:pt x="626378" y="177921"/>
                  <a:pt x="598414" y="168833"/>
                  <a:pt x="570451" y="159745"/>
                </a:cubicBezTo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515D7F88-F24A-9BCF-3BFA-1E6772E22726}"/>
              </a:ext>
            </a:extLst>
          </p:cNvPr>
          <p:cNvSpPr/>
          <p:nvPr/>
        </p:nvSpPr>
        <p:spPr>
          <a:xfrm>
            <a:off x="6090407" y="3874365"/>
            <a:ext cx="1342239" cy="237887"/>
          </a:xfrm>
          <a:custGeom>
            <a:avLst/>
            <a:gdLst>
              <a:gd name="connsiteX0" fmla="*/ 0 w 1342239"/>
              <a:gd name="connsiteY0" fmla="*/ 143962 h 237887"/>
              <a:gd name="connsiteX1" fmla="*/ 302004 w 1342239"/>
              <a:gd name="connsiteY1" fmla="*/ 1349 h 237887"/>
              <a:gd name="connsiteX2" fmla="*/ 696287 w 1342239"/>
              <a:gd name="connsiteY2" fmla="*/ 219463 h 237887"/>
              <a:gd name="connsiteX3" fmla="*/ 1342239 w 1342239"/>
              <a:gd name="connsiteY3" fmla="*/ 211074 h 237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42239" h="237887">
                <a:moveTo>
                  <a:pt x="0" y="143962"/>
                </a:moveTo>
                <a:cubicBezTo>
                  <a:pt x="92978" y="66364"/>
                  <a:pt x="185956" y="-11234"/>
                  <a:pt x="302004" y="1349"/>
                </a:cubicBezTo>
                <a:cubicBezTo>
                  <a:pt x="418052" y="13932"/>
                  <a:pt x="522915" y="184509"/>
                  <a:pt x="696287" y="219463"/>
                </a:cubicBezTo>
                <a:cubicBezTo>
                  <a:pt x="869659" y="254417"/>
                  <a:pt x="1105949" y="232745"/>
                  <a:pt x="1342239" y="211074"/>
                </a:cubicBezTo>
              </a:path>
            </a:pathLst>
          </a:cu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5CDE9-D510-23D2-3934-E95A7152E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020" y="-1415288"/>
            <a:ext cx="7594600" cy="32512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A79D85-592A-7D09-01D2-C940AAB3CA76}"/>
              </a:ext>
            </a:extLst>
          </p:cNvPr>
          <p:cNvCxnSpPr/>
          <p:nvPr/>
        </p:nvCxnSpPr>
        <p:spPr>
          <a:xfrm>
            <a:off x="1618488" y="5705856"/>
            <a:ext cx="68122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ADD6AE03-02E4-1819-3418-15654A5659FE}"/>
              </a:ext>
            </a:extLst>
          </p:cNvPr>
          <p:cNvSpPr/>
          <p:nvPr/>
        </p:nvSpPr>
        <p:spPr>
          <a:xfrm>
            <a:off x="2660904" y="5646420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0F24A4-D79B-3424-9510-FEEFDEFA2B2E}"/>
              </a:ext>
            </a:extLst>
          </p:cNvPr>
          <p:cNvSpPr/>
          <p:nvPr/>
        </p:nvSpPr>
        <p:spPr>
          <a:xfrm>
            <a:off x="4349496" y="5652516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18163D-74F6-AC02-94A3-D3320AEF186F}"/>
                  </a:ext>
                </a:extLst>
              </p:cNvPr>
              <p:cNvSpPr txBox="1"/>
              <p:nvPr/>
            </p:nvSpPr>
            <p:spPr>
              <a:xfrm>
                <a:off x="2524049" y="5771388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18163D-74F6-AC02-94A3-D3320AEF1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049" y="5771388"/>
                <a:ext cx="42646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CC38B8-37B0-6208-8D66-ABAF14748FC8}"/>
                  </a:ext>
                </a:extLst>
              </p:cNvPr>
              <p:cNvSpPr txBox="1"/>
              <p:nvPr/>
            </p:nvSpPr>
            <p:spPr>
              <a:xfrm>
                <a:off x="4212641" y="5771388"/>
                <a:ext cx="421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CC38B8-37B0-6208-8D66-ABAF14748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641" y="5771388"/>
                <a:ext cx="4211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0395D7-7D78-5B9B-3575-A2CE97C61CCC}"/>
                  </a:ext>
                </a:extLst>
              </p:cNvPr>
              <p:cNvSpPr txBox="1"/>
              <p:nvPr/>
            </p:nvSpPr>
            <p:spPr>
              <a:xfrm>
                <a:off x="5202402" y="5824727"/>
                <a:ext cx="3834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0395D7-7D78-5B9B-3575-A2CE97C61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402" y="5824727"/>
                <a:ext cx="3834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E851B095-4096-A5CD-7F46-3F4D409A6382}"/>
              </a:ext>
            </a:extLst>
          </p:cNvPr>
          <p:cNvSpPr/>
          <p:nvPr/>
        </p:nvSpPr>
        <p:spPr>
          <a:xfrm>
            <a:off x="5303520" y="5684341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3091A6-25BE-59B5-BC00-1E0D1456E38B}"/>
              </a:ext>
            </a:extLst>
          </p:cNvPr>
          <p:cNvSpPr/>
          <p:nvPr/>
        </p:nvSpPr>
        <p:spPr>
          <a:xfrm>
            <a:off x="5943600" y="5646420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5E4B917-ECCE-93E7-0743-84D41E1D0371}"/>
              </a:ext>
            </a:extLst>
          </p:cNvPr>
          <p:cNvSpPr/>
          <p:nvPr/>
        </p:nvSpPr>
        <p:spPr>
          <a:xfrm>
            <a:off x="7458456" y="5652516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13D0CA-04E5-D362-E1E0-DFDCC961D7B8}"/>
                  </a:ext>
                </a:extLst>
              </p:cNvPr>
              <p:cNvSpPr txBox="1"/>
              <p:nvPr/>
            </p:nvSpPr>
            <p:spPr>
              <a:xfrm>
                <a:off x="7349340" y="5771388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13D0CA-04E5-D362-E1E0-DFDCC961D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340" y="5771388"/>
                <a:ext cx="5663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076DE496-E4F3-D187-DF67-4AA2A4FF17BD}"/>
              </a:ext>
            </a:extLst>
          </p:cNvPr>
          <p:cNvSpPr/>
          <p:nvPr/>
        </p:nvSpPr>
        <p:spPr>
          <a:xfrm>
            <a:off x="2648712" y="4875276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11EE8A-DD65-EEDC-064C-2E8C345B1DD0}"/>
              </a:ext>
            </a:extLst>
          </p:cNvPr>
          <p:cNvSpPr/>
          <p:nvPr/>
        </p:nvSpPr>
        <p:spPr>
          <a:xfrm>
            <a:off x="4319016" y="4652772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A4C1C6E-DE3E-FB09-7AE7-02C32010FFE1}"/>
              </a:ext>
            </a:extLst>
          </p:cNvPr>
          <p:cNvSpPr/>
          <p:nvPr/>
        </p:nvSpPr>
        <p:spPr>
          <a:xfrm>
            <a:off x="5251704" y="5027676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D1770A-F792-463F-391A-49C7E6D68A64}"/>
              </a:ext>
            </a:extLst>
          </p:cNvPr>
          <p:cNvSpPr/>
          <p:nvPr/>
        </p:nvSpPr>
        <p:spPr>
          <a:xfrm>
            <a:off x="5843016" y="4887468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EC7BC0-ED60-0A71-F7D9-4CD335BF3041}"/>
              </a:ext>
            </a:extLst>
          </p:cNvPr>
          <p:cNvSpPr/>
          <p:nvPr/>
        </p:nvSpPr>
        <p:spPr>
          <a:xfrm>
            <a:off x="7443216" y="5097780"/>
            <a:ext cx="109728" cy="1188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0553028B-9918-4379-DF7E-23DCFCE66910}"/>
              </a:ext>
            </a:extLst>
          </p:cNvPr>
          <p:cNvSpPr/>
          <p:nvPr/>
        </p:nvSpPr>
        <p:spPr>
          <a:xfrm>
            <a:off x="2706624" y="4736592"/>
            <a:ext cx="1664208" cy="590419"/>
          </a:xfrm>
          <a:custGeom>
            <a:avLst/>
            <a:gdLst>
              <a:gd name="connsiteX0" fmla="*/ 0 w 1664208"/>
              <a:gd name="connsiteY0" fmla="*/ 237744 h 590419"/>
              <a:gd name="connsiteX1" fmla="*/ 841248 w 1664208"/>
              <a:gd name="connsiteY1" fmla="*/ 585216 h 590419"/>
              <a:gd name="connsiteX2" fmla="*/ 1664208 w 1664208"/>
              <a:gd name="connsiteY2" fmla="*/ 0 h 590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4208" h="590419">
                <a:moveTo>
                  <a:pt x="0" y="237744"/>
                </a:moveTo>
                <a:cubicBezTo>
                  <a:pt x="281940" y="431292"/>
                  <a:pt x="563880" y="624840"/>
                  <a:pt x="841248" y="585216"/>
                </a:cubicBezTo>
                <a:cubicBezTo>
                  <a:pt x="1118616" y="545592"/>
                  <a:pt x="1391412" y="272796"/>
                  <a:pt x="166420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40EF061C-6DE3-E48E-FF84-0765C33BDB9C}"/>
              </a:ext>
            </a:extLst>
          </p:cNvPr>
          <p:cNvSpPr/>
          <p:nvPr/>
        </p:nvSpPr>
        <p:spPr>
          <a:xfrm>
            <a:off x="4387530" y="4516762"/>
            <a:ext cx="939844" cy="581015"/>
          </a:xfrm>
          <a:custGeom>
            <a:avLst/>
            <a:gdLst>
              <a:gd name="connsiteX0" fmla="*/ 0 w 923544"/>
              <a:gd name="connsiteY0" fmla="*/ 261099 h 636003"/>
              <a:gd name="connsiteX1" fmla="*/ 384048 w 923544"/>
              <a:gd name="connsiteY1" fmla="*/ 14211 h 636003"/>
              <a:gd name="connsiteX2" fmla="*/ 923544 w 923544"/>
              <a:gd name="connsiteY2" fmla="*/ 636003 h 636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3544" h="636003">
                <a:moveTo>
                  <a:pt x="0" y="261099"/>
                </a:moveTo>
                <a:cubicBezTo>
                  <a:pt x="115062" y="106413"/>
                  <a:pt x="230124" y="-48273"/>
                  <a:pt x="384048" y="14211"/>
                </a:cubicBezTo>
                <a:cubicBezTo>
                  <a:pt x="537972" y="76695"/>
                  <a:pt x="730758" y="356349"/>
                  <a:pt x="923544" y="63600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89D5F004-0A60-CED7-5A6B-F1F141437205}"/>
              </a:ext>
            </a:extLst>
          </p:cNvPr>
          <p:cNvSpPr/>
          <p:nvPr/>
        </p:nvSpPr>
        <p:spPr>
          <a:xfrm>
            <a:off x="5916168" y="4548712"/>
            <a:ext cx="1591056" cy="608504"/>
          </a:xfrm>
          <a:custGeom>
            <a:avLst/>
            <a:gdLst>
              <a:gd name="connsiteX0" fmla="*/ 0 w 1591056"/>
              <a:gd name="connsiteY0" fmla="*/ 370760 h 608504"/>
              <a:gd name="connsiteX1" fmla="*/ 594360 w 1591056"/>
              <a:gd name="connsiteY1" fmla="*/ 5000 h 608504"/>
              <a:gd name="connsiteX2" fmla="*/ 1591056 w 1591056"/>
              <a:gd name="connsiteY2" fmla="*/ 608504 h 608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91056" h="608504">
                <a:moveTo>
                  <a:pt x="0" y="370760"/>
                </a:moveTo>
                <a:cubicBezTo>
                  <a:pt x="164592" y="168068"/>
                  <a:pt x="329184" y="-34624"/>
                  <a:pt x="594360" y="5000"/>
                </a:cubicBezTo>
                <a:cubicBezTo>
                  <a:pt x="859536" y="44624"/>
                  <a:pt x="1225296" y="326564"/>
                  <a:pt x="1591056" y="60850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95C40D6-87E4-FB19-E9C5-492C3C72C829}"/>
              </a:ext>
            </a:extLst>
          </p:cNvPr>
          <p:cNvSpPr/>
          <p:nvPr/>
        </p:nvSpPr>
        <p:spPr>
          <a:xfrm>
            <a:off x="2577236" y="3959360"/>
            <a:ext cx="258775" cy="213353"/>
          </a:xfrm>
          <a:prstGeom prst="ellipse">
            <a:avLst/>
          </a:prstGeom>
          <a:solidFill>
            <a:srgbClr val="1298F5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72C5B7A0-EF45-0BD5-3C54-82948E3D2D23}"/>
              </a:ext>
            </a:extLst>
          </p:cNvPr>
          <p:cNvSpPr/>
          <p:nvPr/>
        </p:nvSpPr>
        <p:spPr>
          <a:xfrm>
            <a:off x="4192676" y="3886696"/>
            <a:ext cx="313639" cy="286017"/>
          </a:xfrm>
          <a:prstGeom prst="diamond">
            <a:avLst/>
          </a:prstGeom>
          <a:solidFill>
            <a:srgbClr val="1298F5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B02FE2EF-047A-1AEE-FA5D-2B855B395D12}"/>
              </a:ext>
            </a:extLst>
          </p:cNvPr>
          <p:cNvSpPr/>
          <p:nvPr/>
        </p:nvSpPr>
        <p:spPr>
          <a:xfrm>
            <a:off x="5133442" y="3882390"/>
            <a:ext cx="313639" cy="286017"/>
          </a:xfrm>
          <a:prstGeom prst="diamond">
            <a:avLst/>
          </a:prstGeom>
          <a:solidFill>
            <a:srgbClr val="1298F5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87E7BF4F-A6F0-ED7B-AA02-BE117CD06E45}"/>
              </a:ext>
            </a:extLst>
          </p:cNvPr>
          <p:cNvSpPr/>
          <p:nvPr/>
        </p:nvSpPr>
        <p:spPr>
          <a:xfrm>
            <a:off x="5799430" y="3882316"/>
            <a:ext cx="313639" cy="286017"/>
          </a:xfrm>
          <a:prstGeom prst="diamond">
            <a:avLst/>
          </a:prstGeom>
          <a:solidFill>
            <a:srgbClr val="1298F5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0CAD9E7B-FE1E-A2F5-290C-81F8900F74D2}"/>
              </a:ext>
            </a:extLst>
          </p:cNvPr>
          <p:cNvSpPr/>
          <p:nvPr/>
        </p:nvSpPr>
        <p:spPr>
          <a:xfrm>
            <a:off x="7376467" y="3881419"/>
            <a:ext cx="313639" cy="286017"/>
          </a:xfrm>
          <a:prstGeom prst="diamond">
            <a:avLst/>
          </a:prstGeom>
          <a:solidFill>
            <a:srgbClr val="1298F5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E295F2A9-3B00-174F-68D4-0B9A71C3DA0B}"/>
              </a:ext>
            </a:extLst>
          </p:cNvPr>
          <p:cNvSpPr/>
          <p:nvPr/>
        </p:nvSpPr>
        <p:spPr>
          <a:xfrm>
            <a:off x="5327374" y="4985468"/>
            <a:ext cx="572494" cy="231180"/>
          </a:xfrm>
          <a:custGeom>
            <a:avLst/>
            <a:gdLst>
              <a:gd name="connsiteX0" fmla="*/ 0 w 572494"/>
              <a:gd name="connsiteY0" fmla="*/ 135172 h 305506"/>
              <a:gd name="connsiteX1" fmla="*/ 333955 w 572494"/>
              <a:gd name="connsiteY1" fmla="*/ 302149 h 305506"/>
              <a:gd name="connsiteX2" fmla="*/ 572494 w 572494"/>
              <a:gd name="connsiteY2" fmla="*/ 0 h 305506"/>
              <a:gd name="connsiteX3" fmla="*/ 572494 w 572494"/>
              <a:gd name="connsiteY3" fmla="*/ 0 h 305506"/>
              <a:gd name="connsiteX4" fmla="*/ 572494 w 572494"/>
              <a:gd name="connsiteY4" fmla="*/ 0 h 305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494" h="305506">
                <a:moveTo>
                  <a:pt x="0" y="135172"/>
                </a:moveTo>
                <a:cubicBezTo>
                  <a:pt x="119269" y="229925"/>
                  <a:pt x="238539" y="324678"/>
                  <a:pt x="333955" y="302149"/>
                </a:cubicBezTo>
                <a:cubicBezTo>
                  <a:pt x="429371" y="279620"/>
                  <a:pt x="572494" y="0"/>
                  <a:pt x="572494" y="0"/>
                </a:cubicBezTo>
                <a:lnTo>
                  <a:pt x="572494" y="0"/>
                </a:lnTo>
                <a:lnTo>
                  <a:pt x="572494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361B11-53A9-9184-DB97-BF4241FB145C}"/>
                  </a:ext>
                </a:extLst>
              </p:cNvPr>
              <p:cNvSpPr txBox="1"/>
              <p:nvPr/>
            </p:nvSpPr>
            <p:spPr>
              <a:xfrm>
                <a:off x="2773773" y="4687104"/>
                <a:ext cx="339708" cy="302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2361B11-53A9-9184-DB97-BF4241FB1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773" y="4687104"/>
                <a:ext cx="339708" cy="302327"/>
              </a:xfrm>
              <a:prstGeom prst="rect">
                <a:avLst/>
              </a:prstGeom>
              <a:blipFill>
                <a:blip r:embed="rId8"/>
                <a:stretch>
                  <a:fillRect l="-10714" b="-125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751E635-7267-AB84-2143-775FDFEB4131}"/>
                  </a:ext>
                </a:extLst>
              </p:cNvPr>
              <p:cNvSpPr txBox="1"/>
              <p:nvPr/>
            </p:nvSpPr>
            <p:spPr>
              <a:xfrm>
                <a:off x="4355778" y="4712208"/>
                <a:ext cx="339708" cy="302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751E635-7267-AB84-2143-775FDFEB4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778" y="4712208"/>
                <a:ext cx="339708" cy="302327"/>
              </a:xfrm>
              <a:prstGeom prst="rect">
                <a:avLst/>
              </a:prstGeom>
              <a:blipFill>
                <a:blip r:embed="rId9"/>
                <a:stretch>
                  <a:fillRect l="-11111" r="-3704" b="-8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EEE5E5-2071-B6C7-CBD0-1ED16D1BBAA2}"/>
                  </a:ext>
                </a:extLst>
              </p:cNvPr>
              <p:cNvSpPr txBox="1"/>
              <p:nvPr/>
            </p:nvSpPr>
            <p:spPr>
              <a:xfrm>
                <a:off x="5127028" y="5146548"/>
                <a:ext cx="309251" cy="304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6EEE5E5-2071-B6C7-CBD0-1ED16D1BB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28" y="5146548"/>
                <a:ext cx="309251" cy="304186"/>
              </a:xfrm>
              <a:prstGeom prst="rect">
                <a:avLst/>
              </a:prstGeom>
              <a:blipFill>
                <a:blip r:embed="rId10"/>
                <a:stretch>
                  <a:fillRect l="-11538" r="-3846" b="-16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523583A-475C-AF45-0D57-5914C86919AA}"/>
                  </a:ext>
                </a:extLst>
              </p:cNvPr>
              <p:cNvSpPr txBox="1"/>
              <p:nvPr/>
            </p:nvSpPr>
            <p:spPr>
              <a:xfrm>
                <a:off x="7450263" y="5157066"/>
                <a:ext cx="374974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523583A-475C-AF45-0D57-5914C8691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263" y="5157066"/>
                <a:ext cx="374974" cy="300788"/>
              </a:xfrm>
              <a:prstGeom prst="rect">
                <a:avLst/>
              </a:prstGeom>
              <a:blipFill>
                <a:blip r:embed="rId11"/>
                <a:stretch>
                  <a:fillRect l="-9677" r="-3226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8C3CC57-9D8F-44A9-3902-91E10EA96B98}"/>
                  </a:ext>
                </a:extLst>
              </p:cNvPr>
              <p:cNvSpPr txBox="1"/>
              <p:nvPr/>
            </p:nvSpPr>
            <p:spPr>
              <a:xfrm>
                <a:off x="4412609" y="3540484"/>
                <a:ext cx="348044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8C3CC57-9D8F-44A9-3902-91E10EA96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609" y="3540484"/>
                <a:ext cx="348044" cy="300788"/>
              </a:xfrm>
              <a:prstGeom prst="rect">
                <a:avLst/>
              </a:prstGeom>
              <a:blipFill>
                <a:blip r:embed="rId12"/>
                <a:stretch>
                  <a:fillRect l="-14286" r="-3571" b="-12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D574D29-2216-62BE-1BE7-DC97D6BD7235}"/>
                  </a:ext>
                </a:extLst>
              </p:cNvPr>
              <p:cNvSpPr txBox="1"/>
              <p:nvPr/>
            </p:nvSpPr>
            <p:spPr>
              <a:xfrm>
                <a:off x="5220099" y="3530696"/>
                <a:ext cx="317586" cy="3041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D574D29-2216-62BE-1BE7-DC97D6BD7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99" y="3530696"/>
                <a:ext cx="317586" cy="304186"/>
              </a:xfrm>
              <a:prstGeom prst="rect">
                <a:avLst/>
              </a:prstGeom>
              <a:blipFill>
                <a:blip r:embed="rId13"/>
                <a:stretch>
                  <a:fillRect l="-15385" r="-7692" b="-20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4D0E2F-8663-FB8E-6119-DD6AE006B724}"/>
                  </a:ext>
                </a:extLst>
              </p:cNvPr>
              <p:cNvSpPr txBox="1"/>
              <p:nvPr/>
            </p:nvSpPr>
            <p:spPr>
              <a:xfrm>
                <a:off x="7432646" y="3533816"/>
                <a:ext cx="383310" cy="30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4D0E2F-8663-FB8E-6119-DD6AE006B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646" y="3533816"/>
                <a:ext cx="383310" cy="300788"/>
              </a:xfrm>
              <a:prstGeom prst="rect">
                <a:avLst/>
              </a:prstGeom>
              <a:blipFill>
                <a:blip r:embed="rId14"/>
                <a:stretch>
                  <a:fillRect l="-16129" r="-3226" b="-16667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82F9EA7-7FCA-6EDC-1A7B-EA1AFC18AF19}"/>
                  </a:ext>
                </a:extLst>
              </p:cNvPr>
              <p:cNvSpPr txBox="1"/>
              <p:nvPr/>
            </p:nvSpPr>
            <p:spPr>
              <a:xfrm>
                <a:off x="2160594" y="4195796"/>
                <a:ext cx="1378134" cy="302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82F9EA7-7FCA-6EDC-1A7B-EA1AFC18A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94" y="4195796"/>
                <a:ext cx="1378134" cy="302327"/>
              </a:xfrm>
              <a:prstGeom prst="rect">
                <a:avLst/>
              </a:prstGeom>
              <a:blipFill>
                <a:blip r:embed="rId15"/>
                <a:stretch>
                  <a:fillRect l="-2727" t="-8000" r="-6364" b="-24000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AC327F54-C50C-132D-3475-49315ED73B90}"/>
              </a:ext>
            </a:extLst>
          </p:cNvPr>
          <p:cNvSpPr/>
          <p:nvPr/>
        </p:nvSpPr>
        <p:spPr>
          <a:xfrm>
            <a:off x="3967993" y="3429000"/>
            <a:ext cx="3857244" cy="917959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FF39E8-71FC-2E26-83C1-9413B44B186B}"/>
              </a:ext>
            </a:extLst>
          </p:cNvPr>
          <p:cNvSpPr txBox="1"/>
          <p:nvPr/>
        </p:nvSpPr>
        <p:spPr>
          <a:xfrm>
            <a:off x="3879450" y="3147551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 Solver</a:t>
            </a:r>
          </a:p>
        </p:txBody>
      </p:sp>
    </p:spTree>
    <p:extLst>
      <p:ext uri="{BB962C8B-B14F-4D97-AF65-F5344CB8AC3E}">
        <p14:creationId xmlns:p14="http://schemas.microsoft.com/office/powerpoint/2010/main" val="2357290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DD7FB4-E46B-FED3-3648-55593D51F65B}"/>
              </a:ext>
            </a:extLst>
          </p:cNvPr>
          <p:cNvCxnSpPr>
            <a:cxnSpLocks/>
          </p:cNvCxnSpPr>
          <p:nvPr/>
        </p:nvCxnSpPr>
        <p:spPr>
          <a:xfrm>
            <a:off x="656978" y="1742401"/>
            <a:ext cx="23943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EE66E0E-AF3F-85A7-9509-A3FAA1E143B0}"/>
              </a:ext>
            </a:extLst>
          </p:cNvPr>
          <p:cNvCxnSpPr>
            <a:cxnSpLocks/>
          </p:cNvCxnSpPr>
          <p:nvPr/>
        </p:nvCxnSpPr>
        <p:spPr>
          <a:xfrm>
            <a:off x="656978" y="2710048"/>
            <a:ext cx="23943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228E536-2AD9-A3ED-A0B1-4DDDD2AE25F6}"/>
              </a:ext>
            </a:extLst>
          </p:cNvPr>
          <p:cNvCxnSpPr>
            <a:cxnSpLocks/>
          </p:cNvCxnSpPr>
          <p:nvPr/>
        </p:nvCxnSpPr>
        <p:spPr>
          <a:xfrm>
            <a:off x="673453" y="3488827"/>
            <a:ext cx="23943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9C774B4-D9B8-2075-B70B-5AF20AA3DE91}"/>
              </a:ext>
            </a:extLst>
          </p:cNvPr>
          <p:cNvCxnSpPr>
            <a:cxnSpLocks/>
          </p:cNvCxnSpPr>
          <p:nvPr/>
        </p:nvCxnSpPr>
        <p:spPr>
          <a:xfrm>
            <a:off x="673453" y="4456474"/>
            <a:ext cx="23943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9999C31-CCF4-6739-6FF8-0B3F90BED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431" y="-3400526"/>
            <a:ext cx="6870700" cy="322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43AD74-8150-694E-99AC-88B68FEDE3C0}"/>
              </a:ext>
            </a:extLst>
          </p:cNvPr>
          <p:cNvSpPr txBox="1"/>
          <p:nvPr/>
        </p:nvSpPr>
        <p:spPr>
          <a:xfrm>
            <a:off x="539496" y="356616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attention</a:t>
            </a:r>
            <a:endParaRPr lang="en-KR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BB1A77-718E-CD38-818B-6A2C6ECDA193}"/>
              </a:ext>
            </a:extLst>
          </p:cNvPr>
          <p:cNvSpPr/>
          <p:nvPr/>
        </p:nvSpPr>
        <p:spPr>
          <a:xfrm>
            <a:off x="542249" y="1706159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8D0555-C3E0-0403-4BDE-2FEE75D1B932}"/>
              </a:ext>
            </a:extLst>
          </p:cNvPr>
          <p:cNvSpPr/>
          <p:nvPr/>
        </p:nvSpPr>
        <p:spPr>
          <a:xfrm>
            <a:off x="944265" y="1706159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CBF0B8-11F0-C244-740E-A21F29B1D677}"/>
                  </a:ext>
                </a:extLst>
              </p:cNvPr>
              <p:cNvSpPr txBox="1"/>
              <p:nvPr/>
            </p:nvSpPr>
            <p:spPr>
              <a:xfrm>
                <a:off x="400406" y="1820811"/>
                <a:ext cx="426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CBF0B8-11F0-C244-740E-A21F29B1D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6" y="1820811"/>
                <a:ext cx="42646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4237D2-019F-7267-AD94-71707E755497}"/>
                  </a:ext>
                </a:extLst>
              </p:cNvPr>
              <p:cNvSpPr txBox="1"/>
              <p:nvPr/>
            </p:nvSpPr>
            <p:spPr>
              <a:xfrm>
                <a:off x="802422" y="1814715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4237D2-019F-7267-AD94-71707E75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22" y="1814715"/>
                <a:ext cx="4211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746F9D-758A-BBA8-67B6-EA81FFA01F62}"/>
                  </a:ext>
                </a:extLst>
              </p:cNvPr>
              <p:cNvSpPr txBox="1"/>
              <p:nvPr/>
            </p:nvSpPr>
            <p:spPr>
              <a:xfrm>
                <a:off x="2241231" y="1836229"/>
                <a:ext cx="3834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746F9D-758A-BBA8-67B6-EA81FFA01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231" y="1836229"/>
                <a:ext cx="3834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3436C4D0-2901-F945-F84B-4E63A40276D9}"/>
              </a:ext>
            </a:extLst>
          </p:cNvPr>
          <p:cNvSpPr/>
          <p:nvPr/>
        </p:nvSpPr>
        <p:spPr>
          <a:xfrm>
            <a:off x="2347337" y="1706159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5B10D4-4FA9-A54C-CE5C-590A2A141A2E}"/>
              </a:ext>
            </a:extLst>
          </p:cNvPr>
          <p:cNvSpPr/>
          <p:nvPr/>
        </p:nvSpPr>
        <p:spPr>
          <a:xfrm>
            <a:off x="2729234" y="1706159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174ED5-FEAA-2644-5940-B85845E5C8C3}"/>
              </a:ext>
            </a:extLst>
          </p:cNvPr>
          <p:cNvSpPr/>
          <p:nvPr/>
        </p:nvSpPr>
        <p:spPr>
          <a:xfrm>
            <a:off x="3056267" y="1706159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CA60D4-28DF-E6AA-6C5A-44F0F7068839}"/>
                  </a:ext>
                </a:extLst>
              </p:cNvPr>
              <p:cNvSpPr txBox="1"/>
              <p:nvPr/>
            </p:nvSpPr>
            <p:spPr>
              <a:xfrm>
                <a:off x="2933551" y="1791208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CA60D4-28DF-E6AA-6C5A-44F0F706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551" y="1791208"/>
                <a:ext cx="5663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922F5672-16F4-E74D-E690-05BF792812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326" y="-4012685"/>
            <a:ext cx="7086600" cy="40005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3C781430-F1B1-630D-A060-BF4EC326346E}"/>
              </a:ext>
            </a:extLst>
          </p:cNvPr>
          <p:cNvSpPr/>
          <p:nvPr/>
        </p:nvSpPr>
        <p:spPr>
          <a:xfrm>
            <a:off x="542249" y="267380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9880C14-5823-53B0-348A-D4A8366DD23B}"/>
              </a:ext>
            </a:extLst>
          </p:cNvPr>
          <p:cNvSpPr/>
          <p:nvPr/>
        </p:nvSpPr>
        <p:spPr>
          <a:xfrm>
            <a:off x="944265" y="267380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80EDB-2377-371A-4E5D-E655E4A79B87}"/>
                  </a:ext>
                </a:extLst>
              </p:cNvPr>
              <p:cNvSpPr txBox="1"/>
              <p:nvPr/>
            </p:nvSpPr>
            <p:spPr>
              <a:xfrm>
                <a:off x="400406" y="2788458"/>
                <a:ext cx="426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680EDB-2377-371A-4E5D-E655E4A79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06" y="2788458"/>
                <a:ext cx="42646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9BDBDF-D219-853B-C408-A2A0EAF7390B}"/>
                  </a:ext>
                </a:extLst>
              </p:cNvPr>
              <p:cNvSpPr txBox="1"/>
              <p:nvPr/>
            </p:nvSpPr>
            <p:spPr>
              <a:xfrm>
                <a:off x="802422" y="2782362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09BDBDF-D219-853B-C408-A2A0EAF73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22" y="2782362"/>
                <a:ext cx="42114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8DD696-0233-22AC-4046-8B0B6AB03466}"/>
                  </a:ext>
                </a:extLst>
              </p:cNvPr>
              <p:cNvSpPr txBox="1"/>
              <p:nvPr/>
            </p:nvSpPr>
            <p:spPr>
              <a:xfrm>
                <a:off x="2241231" y="2803876"/>
                <a:ext cx="3834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8DD696-0233-22AC-4046-8B0B6AB03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231" y="2803876"/>
                <a:ext cx="38343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8B6AE287-8D8E-FE6E-92A0-5930995BEABE}"/>
              </a:ext>
            </a:extLst>
          </p:cNvPr>
          <p:cNvSpPr/>
          <p:nvPr/>
        </p:nvSpPr>
        <p:spPr>
          <a:xfrm>
            <a:off x="2347337" y="267380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495F6E5-5806-54D5-512A-4942BCC211A1}"/>
              </a:ext>
            </a:extLst>
          </p:cNvPr>
          <p:cNvSpPr/>
          <p:nvPr/>
        </p:nvSpPr>
        <p:spPr>
          <a:xfrm>
            <a:off x="3056267" y="267380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34707A-F738-B61B-3F14-0116DC615D6F}"/>
                  </a:ext>
                </a:extLst>
              </p:cNvPr>
              <p:cNvSpPr txBox="1"/>
              <p:nvPr/>
            </p:nvSpPr>
            <p:spPr>
              <a:xfrm>
                <a:off x="2933551" y="2758855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34707A-F738-B61B-3F14-0116DC615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551" y="2758855"/>
                <a:ext cx="56631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Oval 33">
            <a:extLst>
              <a:ext uri="{FF2B5EF4-FFF2-40B4-BE49-F238E27FC236}">
                <a16:creationId xmlns:a16="http://schemas.microsoft.com/office/drawing/2014/main" id="{36D936DE-8365-52B6-D197-FA1484C435D1}"/>
              </a:ext>
            </a:extLst>
          </p:cNvPr>
          <p:cNvSpPr/>
          <p:nvPr/>
        </p:nvSpPr>
        <p:spPr>
          <a:xfrm>
            <a:off x="1367456" y="267380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27FB81-3EE3-324F-E615-1A8BDF0A916B}"/>
                  </a:ext>
                </a:extLst>
              </p:cNvPr>
              <p:cNvSpPr txBox="1"/>
              <p:nvPr/>
            </p:nvSpPr>
            <p:spPr>
              <a:xfrm>
                <a:off x="1225613" y="2782362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27FB81-3EE3-324F-E615-1A8BDF0A9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613" y="2782362"/>
                <a:ext cx="421141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5471A488-0375-9224-3873-E001CF38505F}"/>
              </a:ext>
            </a:extLst>
          </p:cNvPr>
          <p:cNvSpPr/>
          <p:nvPr/>
        </p:nvSpPr>
        <p:spPr>
          <a:xfrm>
            <a:off x="558724" y="3452585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D2B9EEB-23F5-EABD-4CD1-5C03CE36020B}"/>
              </a:ext>
            </a:extLst>
          </p:cNvPr>
          <p:cNvSpPr/>
          <p:nvPr/>
        </p:nvSpPr>
        <p:spPr>
          <a:xfrm>
            <a:off x="960740" y="3452585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2E9F82-990F-0207-6331-9B09FBD2FE79}"/>
                  </a:ext>
                </a:extLst>
              </p:cNvPr>
              <p:cNvSpPr txBox="1"/>
              <p:nvPr/>
            </p:nvSpPr>
            <p:spPr>
              <a:xfrm>
                <a:off x="416881" y="3567237"/>
                <a:ext cx="426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2E9F82-990F-0207-6331-9B09FBD2F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1" y="3567237"/>
                <a:ext cx="42646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FE634B-D07D-70B9-693C-29A3494AE8D2}"/>
                  </a:ext>
                </a:extLst>
              </p:cNvPr>
              <p:cNvSpPr txBox="1"/>
              <p:nvPr/>
            </p:nvSpPr>
            <p:spPr>
              <a:xfrm>
                <a:off x="818897" y="3561141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FE634B-D07D-70B9-693C-29A3494AE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97" y="3561141"/>
                <a:ext cx="421141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1100500-1C8F-56AF-0E6F-53A4ACB3C4FC}"/>
                  </a:ext>
                </a:extLst>
              </p:cNvPr>
              <p:cNvSpPr txBox="1"/>
              <p:nvPr/>
            </p:nvSpPr>
            <p:spPr>
              <a:xfrm>
                <a:off x="2257706" y="3582655"/>
                <a:ext cx="3834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1100500-1C8F-56AF-0E6F-53A4ACB3C4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06" y="3582655"/>
                <a:ext cx="383438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74FC6D0F-C6FB-15DE-6D91-970E32F41DFA}"/>
              </a:ext>
            </a:extLst>
          </p:cNvPr>
          <p:cNvSpPr/>
          <p:nvPr/>
        </p:nvSpPr>
        <p:spPr>
          <a:xfrm>
            <a:off x="2363812" y="343175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8D88D9B-3A0B-C851-AECC-51DC27EB461F}"/>
              </a:ext>
            </a:extLst>
          </p:cNvPr>
          <p:cNvSpPr/>
          <p:nvPr/>
        </p:nvSpPr>
        <p:spPr>
          <a:xfrm>
            <a:off x="2751619" y="3429000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B9723A5-8373-BD3B-0986-F289DE92B3C6}"/>
              </a:ext>
            </a:extLst>
          </p:cNvPr>
          <p:cNvSpPr/>
          <p:nvPr/>
        </p:nvSpPr>
        <p:spPr>
          <a:xfrm>
            <a:off x="3047865" y="3429675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59D10D8-A6F0-980F-151B-85101B599FB4}"/>
                  </a:ext>
                </a:extLst>
              </p:cNvPr>
              <p:cNvSpPr txBox="1"/>
              <p:nvPr/>
            </p:nvSpPr>
            <p:spPr>
              <a:xfrm>
                <a:off x="2950026" y="3537634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59D10D8-A6F0-980F-151B-85101B599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026" y="3537634"/>
                <a:ext cx="56631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Oval 45">
            <a:extLst>
              <a:ext uri="{FF2B5EF4-FFF2-40B4-BE49-F238E27FC236}">
                <a16:creationId xmlns:a16="http://schemas.microsoft.com/office/drawing/2014/main" id="{D7DD1EEC-C77D-3803-4387-E67AADCD3B4E}"/>
              </a:ext>
            </a:extLst>
          </p:cNvPr>
          <p:cNvSpPr/>
          <p:nvPr/>
        </p:nvSpPr>
        <p:spPr>
          <a:xfrm>
            <a:off x="558724" y="4420232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3FACBB4-9DF9-048C-28DF-C4F21CB2E54A}"/>
              </a:ext>
            </a:extLst>
          </p:cNvPr>
          <p:cNvSpPr/>
          <p:nvPr/>
        </p:nvSpPr>
        <p:spPr>
          <a:xfrm>
            <a:off x="960740" y="4420232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1EC4C5-5057-5821-EBB6-7C1CC1057D13}"/>
                  </a:ext>
                </a:extLst>
              </p:cNvPr>
              <p:cNvSpPr txBox="1"/>
              <p:nvPr/>
            </p:nvSpPr>
            <p:spPr>
              <a:xfrm>
                <a:off x="416881" y="4534884"/>
                <a:ext cx="4264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11EC4C5-5057-5821-EBB6-7C1CC1057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1" y="4534884"/>
                <a:ext cx="42646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0F4B33-045C-70E3-2487-EC8F4C044F17}"/>
                  </a:ext>
                </a:extLst>
              </p:cNvPr>
              <p:cNvSpPr txBox="1"/>
              <p:nvPr/>
            </p:nvSpPr>
            <p:spPr>
              <a:xfrm>
                <a:off x="818897" y="4528788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60F4B33-045C-70E3-2487-EC8F4C04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97" y="4528788"/>
                <a:ext cx="421141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0739365-6BE2-363D-18CE-00348F61644C}"/>
                  </a:ext>
                </a:extLst>
              </p:cNvPr>
              <p:cNvSpPr txBox="1"/>
              <p:nvPr/>
            </p:nvSpPr>
            <p:spPr>
              <a:xfrm>
                <a:off x="2257706" y="4550302"/>
                <a:ext cx="3834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0739365-6BE2-363D-18CE-00348F616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06" y="4550302"/>
                <a:ext cx="38343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518F3515-1A33-2235-9789-A00398FCC5F6}"/>
              </a:ext>
            </a:extLst>
          </p:cNvPr>
          <p:cNvSpPr/>
          <p:nvPr/>
        </p:nvSpPr>
        <p:spPr>
          <a:xfrm>
            <a:off x="2363812" y="4420232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4277CF6-3F74-C756-1289-3BD6ECF28970}"/>
              </a:ext>
            </a:extLst>
          </p:cNvPr>
          <p:cNvSpPr/>
          <p:nvPr/>
        </p:nvSpPr>
        <p:spPr>
          <a:xfrm>
            <a:off x="3064601" y="4418771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F3254-6007-CAD7-0531-C1F17E5B11C3}"/>
                  </a:ext>
                </a:extLst>
              </p:cNvPr>
              <p:cNvSpPr txBox="1"/>
              <p:nvPr/>
            </p:nvSpPr>
            <p:spPr>
              <a:xfrm>
                <a:off x="2950026" y="4505281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F3254-6007-CAD7-0531-C1F17E5B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026" y="4505281"/>
                <a:ext cx="56631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Oval 54">
            <a:extLst>
              <a:ext uri="{FF2B5EF4-FFF2-40B4-BE49-F238E27FC236}">
                <a16:creationId xmlns:a16="http://schemas.microsoft.com/office/drawing/2014/main" id="{5FECF5B5-FB9C-9379-1E26-C4F0826C0BC5}"/>
              </a:ext>
            </a:extLst>
          </p:cNvPr>
          <p:cNvSpPr/>
          <p:nvPr/>
        </p:nvSpPr>
        <p:spPr>
          <a:xfrm>
            <a:off x="1383931" y="4420232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F90BD53-6D6A-85CF-AF4A-616CE9E7C14F}"/>
                  </a:ext>
                </a:extLst>
              </p:cNvPr>
              <p:cNvSpPr txBox="1"/>
              <p:nvPr/>
            </p:nvSpPr>
            <p:spPr>
              <a:xfrm>
                <a:off x="1242088" y="4528788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F90BD53-6D6A-85CF-AF4A-616CE9E7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88" y="4528788"/>
                <a:ext cx="421141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59B10220-8C82-D0C0-8ACA-E16E5C2AA9AD}"/>
              </a:ext>
            </a:extLst>
          </p:cNvPr>
          <p:cNvSpPr/>
          <p:nvPr/>
        </p:nvSpPr>
        <p:spPr>
          <a:xfrm>
            <a:off x="1756710" y="4415706"/>
            <a:ext cx="99753" cy="98241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A0CA2E1-CAE9-7E2D-4BB0-3D5350647236}"/>
                  </a:ext>
                </a:extLst>
              </p:cNvPr>
              <p:cNvSpPr txBox="1"/>
              <p:nvPr/>
            </p:nvSpPr>
            <p:spPr>
              <a:xfrm>
                <a:off x="1616912" y="4532905"/>
                <a:ext cx="4211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A0CA2E1-CAE9-7E2D-4BB0-3D5350647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912" y="4532905"/>
                <a:ext cx="421141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7548C4-D472-B7FF-AE66-5317CD2380E7}"/>
                  </a:ext>
                </a:extLst>
              </p:cNvPr>
              <p:cNvSpPr txBox="1"/>
              <p:nvPr/>
            </p:nvSpPr>
            <p:spPr>
              <a:xfrm>
                <a:off x="3551006" y="1570613"/>
                <a:ext cx="4740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7548C4-D472-B7FF-AE66-5317CD238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06" y="1570613"/>
                <a:ext cx="47404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B833924-E757-131D-B413-C209BA163935}"/>
                  </a:ext>
                </a:extLst>
              </p:cNvPr>
              <p:cNvSpPr txBox="1"/>
              <p:nvPr/>
            </p:nvSpPr>
            <p:spPr>
              <a:xfrm>
                <a:off x="3551006" y="2525382"/>
                <a:ext cx="4789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B833924-E757-131D-B413-C209BA163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06" y="2525382"/>
                <a:ext cx="478977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53E9B2F-2DAC-517F-2865-5D83C4019BAE}"/>
                  </a:ext>
                </a:extLst>
              </p:cNvPr>
              <p:cNvSpPr txBox="1"/>
              <p:nvPr/>
            </p:nvSpPr>
            <p:spPr>
              <a:xfrm>
                <a:off x="3555494" y="4261179"/>
                <a:ext cx="4930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Χ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53E9B2F-2DAC-517F-2865-5D83C4019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94" y="4261179"/>
                <a:ext cx="493084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A98382B-677C-23C5-9740-F0388270824C}"/>
              </a:ext>
            </a:extLst>
          </p:cNvPr>
          <p:cNvCxnSpPr/>
          <p:nvPr/>
        </p:nvCxnSpPr>
        <p:spPr>
          <a:xfrm>
            <a:off x="4034760" y="1742401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E968C33-5CA3-EB7A-9B19-4C6C94D0C978}"/>
              </a:ext>
            </a:extLst>
          </p:cNvPr>
          <p:cNvCxnSpPr/>
          <p:nvPr/>
        </p:nvCxnSpPr>
        <p:spPr>
          <a:xfrm>
            <a:off x="4034760" y="2713704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4EDAD81-0323-F087-BB41-2F0291820340}"/>
              </a:ext>
            </a:extLst>
          </p:cNvPr>
          <p:cNvCxnSpPr/>
          <p:nvPr/>
        </p:nvCxnSpPr>
        <p:spPr>
          <a:xfrm>
            <a:off x="4034760" y="4488155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8FC9F6F-B013-7F9A-39B2-5AF441731448}"/>
              </a:ext>
            </a:extLst>
          </p:cNvPr>
          <p:cNvSpPr/>
          <p:nvPr/>
        </p:nvSpPr>
        <p:spPr>
          <a:xfrm>
            <a:off x="4509580" y="1521191"/>
            <a:ext cx="766119" cy="3151992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8F8E9A-8868-6532-ACFF-A48E409C16F4}"/>
              </a:ext>
            </a:extLst>
          </p:cNvPr>
          <p:cNvSpPr txBox="1"/>
          <p:nvPr/>
        </p:nvSpPr>
        <p:spPr>
          <a:xfrm>
            <a:off x="4617044" y="3063883"/>
            <a:ext cx="550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B19840E-585A-9A0E-A4FE-4519A131FB0E}"/>
              </a:ext>
            </a:extLst>
          </p:cNvPr>
          <p:cNvCxnSpPr/>
          <p:nvPr/>
        </p:nvCxnSpPr>
        <p:spPr>
          <a:xfrm>
            <a:off x="5361050" y="1716871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2594C59-D8E6-6225-105F-A02C9474D90C}"/>
              </a:ext>
            </a:extLst>
          </p:cNvPr>
          <p:cNvCxnSpPr/>
          <p:nvPr/>
        </p:nvCxnSpPr>
        <p:spPr>
          <a:xfrm>
            <a:off x="5361050" y="2688174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B32BC28-D011-3E2E-74AC-0CA6A3798A9C}"/>
              </a:ext>
            </a:extLst>
          </p:cNvPr>
          <p:cNvCxnSpPr/>
          <p:nvPr/>
        </p:nvCxnSpPr>
        <p:spPr>
          <a:xfrm>
            <a:off x="5361050" y="4462625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16A0E8-63E9-970A-1F12-DAF5F49CC0BC}"/>
                  </a:ext>
                </a:extLst>
              </p:cNvPr>
              <p:cNvSpPr txBox="1"/>
              <p:nvPr/>
            </p:nvSpPr>
            <p:spPr>
              <a:xfrm>
                <a:off x="5860531" y="1577762"/>
                <a:ext cx="275075" cy="278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416A0E8-63E9-970A-1F12-DAF5F49CC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31" y="1577762"/>
                <a:ext cx="275075" cy="278218"/>
              </a:xfrm>
              <a:prstGeom prst="rect">
                <a:avLst/>
              </a:prstGeom>
              <a:blipFill>
                <a:blip r:embed="rId26"/>
                <a:stretch>
                  <a:fillRect l="-13636" r="-9091" b="-181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82B5A75-EEB1-CE4C-DC7E-9289AB4B624F}"/>
                  </a:ext>
                </a:extLst>
              </p:cNvPr>
              <p:cNvSpPr txBox="1"/>
              <p:nvPr/>
            </p:nvSpPr>
            <p:spPr>
              <a:xfrm>
                <a:off x="5860531" y="2549065"/>
                <a:ext cx="280012" cy="278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82B5A75-EEB1-CE4C-DC7E-9289AB4B6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531" y="2549065"/>
                <a:ext cx="280012" cy="278794"/>
              </a:xfrm>
              <a:prstGeom prst="rect">
                <a:avLst/>
              </a:prstGeom>
              <a:blipFill>
                <a:blip r:embed="rId27"/>
                <a:stretch>
                  <a:fillRect l="-13043" t="-4348" r="-8696" b="-130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CF91D78-F6FF-73DB-849C-0D582C000FFE}"/>
                  </a:ext>
                </a:extLst>
              </p:cNvPr>
              <p:cNvSpPr txBox="1"/>
              <p:nvPr/>
            </p:nvSpPr>
            <p:spPr>
              <a:xfrm>
                <a:off x="5859606" y="4272084"/>
                <a:ext cx="2941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CF91D78-F6FF-73DB-849C-0D582C000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606" y="4272084"/>
                <a:ext cx="294118" cy="276999"/>
              </a:xfrm>
              <a:prstGeom prst="rect">
                <a:avLst/>
              </a:prstGeom>
              <a:blipFill>
                <a:blip r:embed="rId28"/>
                <a:stretch>
                  <a:fillRect l="-12500" r="-4167" b="-130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EC9DD8D-6786-932B-EB8F-C71534CCF060}"/>
              </a:ext>
            </a:extLst>
          </p:cNvPr>
          <p:cNvSpPr/>
          <p:nvPr/>
        </p:nvSpPr>
        <p:spPr>
          <a:xfrm>
            <a:off x="6642635" y="1502927"/>
            <a:ext cx="383060" cy="3170256"/>
          </a:xfrm>
          <a:prstGeom prst="roundRect">
            <a:avLst/>
          </a:prstGeom>
          <a:noFill/>
          <a:ln w="31750">
            <a:solidFill>
              <a:srgbClr val="7979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9534A6A-292E-BCD3-DD37-F98717B05C49}"/>
              </a:ext>
            </a:extLst>
          </p:cNvPr>
          <p:cNvCxnSpPr/>
          <p:nvPr/>
        </p:nvCxnSpPr>
        <p:spPr>
          <a:xfrm>
            <a:off x="6198312" y="1729031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9344EA3-B1AC-ED36-EA4E-A5CD4D5EE01F}"/>
              </a:ext>
            </a:extLst>
          </p:cNvPr>
          <p:cNvCxnSpPr/>
          <p:nvPr/>
        </p:nvCxnSpPr>
        <p:spPr>
          <a:xfrm>
            <a:off x="6198312" y="2700334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13CEEE5-EDC2-49B0-2927-F6D06C502CCF}"/>
              </a:ext>
            </a:extLst>
          </p:cNvPr>
          <p:cNvCxnSpPr/>
          <p:nvPr/>
        </p:nvCxnSpPr>
        <p:spPr>
          <a:xfrm>
            <a:off x="6198312" y="4474785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D7894E3-C786-EC14-3DB7-3F37FDADDF49}"/>
              </a:ext>
            </a:extLst>
          </p:cNvPr>
          <p:cNvCxnSpPr/>
          <p:nvPr/>
        </p:nvCxnSpPr>
        <p:spPr>
          <a:xfrm>
            <a:off x="7107470" y="1723598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82CE450-FDC7-C77E-E2EF-9468611D62D2}"/>
              </a:ext>
            </a:extLst>
          </p:cNvPr>
          <p:cNvCxnSpPr/>
          <p:nvPr/>
        </p:nvCxnSpPr>
        <p:spPr>
          <a:xfrm>
            <a:off x="7107470" y="2694901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8ED2668-9678-0603-B17E-C9D3C6415031}"/>
              </a:ext>
            </a:extLst>
          </p:cNvPr>
          <p:cNvCxnSpPr/>
          <p:nvPr/>
        </p:nvCxnSpPr>
        <p:spPr>
          <a:xfrm>
            <a:off x="7107470" y="4469352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D600576-640F-941B-E816-452ABF0E5EEE}"/>
                  </a:ext>
                </a:extLst>
              </p:cNvPr>
              <p:cNvSpPr txBox="1"/>
              <p:nvPr/>
            </p:nvSpPr>
            <p:spPr>
              <a:xfrm>
                <a:off x="7622883" y="1546498"/>
                <a:ext cx="689548" cy="278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D600576-640F-941B-E816-452ABF0E5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883" y="1546498"/>
                <a:ext cx="689548" cy="278218"/>
              </a:xfrm>
              <a:prstGeom prst="rect">
                <a:avLst/>
              </a:prstGeom>
              <a:blipFill>
                <a:blip r:embed="rId29"/>
                <a:stretch>
                  <a:fillRect l="-5455" r="-1818" b="-130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388BCAB-6551-A3B9-E9D7-21C95E12318D}"/>
                  </a:ext>
                </a:extLst>
              </p:cNvPr>
              <p:cNvSpPr txBox="1"/>
              <p:nvPr/>
            </p:nvSpPr>
            <p:spPr>
              <a:xfrm>
                <a:off x="7622883" y="2546651"/>
                <a:ext cx="699422" cy="278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388BCAB-6551-A3B9-E9D7-21C95E123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883" y="2546651"/>
                <a:ext cx="699422" cy="278794"/>
              </a:xfrm>
              <a:prstGeom prst="rect">
                <a:avLst/>
              </a:prstGeom>
              <a:blipFill>
                <a:blip r:embed="rId30"/>
                <a:stretch>
                  <a:fillRect l="-5357" t="-4348" r="-3571" b="-130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F85B912-B174-7ECF-0A50-DF237EDC8673}"/>
                  </a:ext>
                </a:extLst>
              </p:cNvPr>
              <p:cNvSpPr txBox="1"/>
              <p:nvPr/>
            </p:nvSpPr>
            <p:spPr>
              <a:xfrm>
                <a:off x="7622883" y="4330243"/>
                <a:ext cx="7276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F85B912-B174-7ECF-0A50-DF237EDC8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883" y="4330243"/>
                <a:ext cx="727635" cy="276999"/>
              </a:xfrm>
              <a:prstGeom prst="rect">
                <a:avLst/>
              </a:prstGeom>
              <a:blipFill>
                <a:blip r:embed="rId31"/>
                <a:stretch>
                  <a:fillRect l="-5172" r="-1724" b="-17391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A48C996D-D4C0-4B10-0B8F-9129511B4919}"/>
              </a:ext>
            </a:extLst>
          </p:cNvPr>
          <p:cNvSpPr txBox="1"/>
          <p:nvPr/>
        </p:nvSpPr>
        <p:spPr>
          <a:xfrm>
            <a:off x="3643763" y="3091791"/>
            <a:ext cx="5695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85DA08-2502-2162-D033-9E13D3788E51}"/>
              </a:ext>
            </a:extLst>
          </p:cNvPr>
          <p:cNvSpPr txBox="1"/>
          <p:nvPr/>
        </p:nvSpPr>
        <p:spPr>
          <a:xfrm>
            <a:off x="5833016" y="3091791"/>
            <a:ext cx="5695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0266408-2925-07A6-F97D-1779427E727C}"/>
              </a:ext>
            </a:extLst>
          </p:cNvPr>
          <p:cNvSpPr txBox="1"/>
          <p:nvPr/>
        </p:nvSpPr>
        <p:spPr>
          <a:xfrm>
            <a:off x="7839853" y="3091791"/>
            <a:ext cx="5695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A57653F-7C2B-AB52-ACC6-BBF5CBD16CB2}"/>
              </a:ext>
            </a:extLst>
          </p:cNvPr>
          <p:cNvSpPr/>
          <p:nvPr/>
        </p:nvSpPr>
        <p:spPr>
          <a:xfrm>
            <a:off x="7550960" y="1502927"/>
            <a:ext cx="809036" cy="3170256"/>
          </a:xfrm>
          <a:prstGeom prst="roundRect">
            <a:avLst/>
          </a:prstGeom>
          <a:noFill/>
          <a:ln w="31750">
            <a:solidFill>
              <a:srgbClr val="0118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B68D9EE-22E8-ED07-C77D-92512B69856C}"/>
              </a:ext>
            </a:extLst>
          </p:cNvPr>
          <p:cNvCxnSpPr/>
          <p:nvPr/>
        </p:nvCxnSpPr>
        <p:spPr>
          <a:xfrm>
            <a:off x="8359996" y="3121077"/>
            <a:ext cx="3740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6283ACB-F2D3-2CF2-3E5F-AAA02855153D}"/>
                  </a:ext>
                </a:extLst>
              </p:cNvPr>
              <p:cNvSpPr txBox="1"/>
              <p:nvPr/>
            </p:nvSpPr>
            <p:spPr>
              <a:xfrm>
                <a:off x="8792959" y="2985518"/>
                <a:ext cx="273215" cy="2853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6283ACB-F2D3-2CF2-3E5F-AAA028551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959" y="2985518"/>
                <a:ext cx="273215" cy="285335"/>
              </a:xfrm>
              <a:prstGeom prst="rect">
                <a:avLst/>
              </a:prstGeom>
              <a:blipFill>
                <a:blip r:embed="rId32"/>
                <a:stretch>
                  <a:fillRect l="-22727" t="-17391" r="-9091" b="-13043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TextBox 92">
            <a:extLst>
              <a:ext uri="{FF2B5EF4-FFF2-40B4-BE49-F238E27FC236}">
                <a16:creationId xmlns:a16="http://schemas.microsoft.com/office/drawing/2014/main" id="{ED5D25B7-C60E-92C1-8246-76E043E81DB1}"/>
              </a:ext>
            </a:extLst>
          </p:cNvPr>
          <p:cNvSpPr txBox="1"/>
          <p:nvPr/>
        </p:nvSpPr>
        <p:spPr>
          <a:xfrm>
            <a:off x="532252" y="4992027"/>
            <a:ext cx="2956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irregular time series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0EA6B2D-B8C4-F2B1-3A51-0DA75BC64461}"/>
              </a:ext>
            </a:extLst>
          </p:cNvPr>
          <p:cNvSpPr txBox="1"/>
          <p:nvPr/>
        </p:nvSpPr>
        <p:spPr>
          <a:xfrm>
            <a:off x="4245931" y="5009193"/>
            <a:ext cx="1425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layer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166A00-FF3E-945A-0968-47FF89E0691E}"/>
              </a:ext>
            </a:extLst>
          </p:cNvPr>
          <p:cNvSpPr txBox="1"/>
          <p:nvPr/>
        </p:nvSpPr>
        <p:spPr>
          <a:xfrm>
            <a:off x="6385348" y="5006302"/>
            <a:ext cx="881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97260E5-E4DA-1E6D-E254-1D7B726E32F4}"/>
              </a:ext>
            </a:extLst>
          </p:cNvPr>
          <p:cNvSpPr txBox="1"/>
          <p:nvPr/>
        </p:nvSpPr>
        <p:spPr>
          <a:xfrm>
            <a:off x="7577810" y="5007876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016967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in Latent ODE Network with Irregularly Sampled Time-Series Data">
            <a:extLst>
              <a:ext uri="{FF2B5EF4-FFF2-40B4-BE49-F238E27FC236}">
                <a16:creationId xmlns:a16="http://schemas.microsoft.com/office/drawing/2014/main" id="{A40DF501-96D2-0F2F-B544-E0151FD76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786" y="-2884589"/>
            <a:ext cx="92456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E8F946-6E73-561B-76AB-11F18040419C}"/>
              </a:ext>
            </a:extLst>
          </p:cNvPr>
          <p:cNvSpPr/>
          <p:nvPr/>
        </p:nvSpPr>
        <p:spPr>
          <a:xfrm>
            <a:off x="899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2E39A-15F5-041E-AD2D-67CF89B8BC8B}"/>
              </a:ext>
            </a:extLst>
          </p:cNvPr>
          <p:cNvSpPr/>
          <p:nvPr/>
        </p:nvSpPr>
        <p:spPr>
          <a:xfrm>
            <a:off x="1187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2BCE6F-C9BD-10C1-5BCA-36DA9FA8EB3E}"/>
              </a:ext>
            </a:extLst>
          </p:cNvPr>
          <p:cNvSpPr/>
          <p:nvPr/>
        </p:nvSpPr>
        <p:spPr>
          <a:xfrm>
            <a:off x="1475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2C3D2-216A-A983-082A-A01391691802}"/>
              </a:ext>
            </a:extLst>
          </p:cNvPr>
          <p:cNvSpPr/>
          <p:nvPr/>
        </p:nvSpPr>
        <p:spPr>
          <a:xfrm>
            <a:off x="1763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E5CF74-2F68-4CDE-D805-A7AD00B4EC94}"/>
              </a:ext>
            </a:extLst>
          </p:cNvPr>
          <p:cNvSpPr/>
          <p:nvPr/>
        </p:nvSpPr>
        <p:spPr>
          <a:xfrm>
            <a:off x="2051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B677D-CD49-AE3C-E23B-F865D85F8014}"/>
              </a:ext>
            </a:extLst>
          </p:cNvPr>
          <p:cNvSpPr/>
          <p:nvPr/>
        </p:nvSpPr>
        <p:spPr>
          <a:xfrm>
            <a:off x="2339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36D92E-E6B7-B193-BDC2-6C35E6DDDC1A}"/>
              </a:ext>
            </a:extLst>
          </p:cNvPr>
          <p:cNvSpPr/>
          <p:nvPr/>
        </p:nvSpPr>
        <p:spPr>
          <a:xfrm>
            <a:off x="2627886" y="2220686"/>
            <a:ext cx="288000" cy="288000"/>
          </a:xfrm>
          <a:prstGeom prst="rect">
            <a:avLst/>
          </a:prstGeom>
          <a:solidFill>
            <a:srgbClr val="1298F5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80C34-AEDA-CC42-4E61-06B6A49E28BD}"/>
              </a:ext>
            </a:extLst>
          </p:cNvPr>
          <p:cNvSpPr/>
          <p:nvPr/>
        </p:nvSpPr>
        <p:spPr>
          <a:xfrm>
            <a:off x="899886" y="3141000"/>
            <a:ext cx="288000" cy="288000"/>
          </a:xfrm>
          <a:prstGeom prst="rect">
            <a:avLst/>
          </a:prstGeom>
          <a:solidFill>
            <a:srgbClr val="FF7E79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5594BD-6522-A09F-8C9A-534E8FBDF469}"/>
              </a:ext>
            </a:extLst>
          </p:cNvPr>
          <p:cNvSpPr/>
          <p:nvPr/>
        </p:nvSpPr>
        <p:spPr>
          <a:xfrm>
            <a:off x="1187886" y="3141000"/>
            <a:ext cx="288000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AABB4B-950E-E4A0-FBBE-4F2B1D065FD1}"/>
              </a:ext>
            </a:extLst>
          </p:cNvPr>
          <p:cNvSpPr/>
          <p:nvPr/>
        </p:nvSpPr>
        <p:spPr>
          <a:xfrm>
            <a:off x="1475886" y="3141000"/>
            <a:ext cx="288000" cy="288000"/>
          </a:xfrm>
          <a:prstGeom prst="rect">
            <a:avLst/>
          </a:prstGeom>
          <a:solidFill>
            <a:srgbClr val="FF7E79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2E00C8-4A11-9782-0910-080EC6F69669}"/>
              </a:ext>
            </a:extLst>
          </p:cNvPr>
          <p:cNvSpPr/>
          <p:nvPr/>
        </p:nvSpPr>
        <p:spPr>
          <a:xfrm>
            <a:off x="1763886" y="3141000"/>
            <a:ext cx="288000" cy="288000"/>
          </a:xfrm>
          <a:prstGeom prst="rect">
            <a:avLst/>
          </a:prstGeom>
          <a:solidFill>
            <a:srgbClr val="FF7E79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AF026C-B9A4-40E0-FFD4-2FB5553F8A42}"/>
              </a:ext>
            </a:extLst>
          </p:cNvPr>
          <p:cNvSpPr/>
          <p:nvPr/>
        </p:nvSpPr>
        <p:spPr>
          <a:xfrm>
            <a:off x="2051886" y="3141000"/>
            <a:ext cx="288000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01C74D-E4D4-830D-8180-82D9238BDB86}"/>
              </a:ext>
            </a:extLst>
          </p:cNvPr>
          <p:cNvSpPr/>
          <p:nvPr/>
        </p:nvSpPr>
        <p:spPr>
          <a:xfrm>
            <a:off x="2339886" y="3141000"/>
            <a:ext cx="288000" cy="288000"/>
          </a:xfrm>
          <a:prstGeom prst="rect">
            <a:avLst/>
          </a:prstGeom>
          <a:solidFill>
            <a:srgbClr val="FF7E79"/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C1F40E-59A8-D5EF-5D40-5A85D4412D64}"/>
              </a:ext>
            </a:extLst>
          </p:cNvPr>
          <p:cNvSpPr/>
          <p:nvPr/>
        </p:nvSpPr>
        <p:spPr>
          <a:xfrm>
            <a:off x="2627886" y="3141000"/>
            <a:ext cx="288000" cy="288000"/>
          </a:xfrm>
          <a:prstGeom prst="rect">
            <a:avLst/>
          </a:prstGeom>
          <a:solidFill>
            <a:schemeClr val="bg1">
              <a:lumMod val="50000"/>
            </a:schemeClr>
          </a:solidFill>
          <a:ln w="222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141FA-EE2C-F0CA-DB82-89942B4A59C4}"/>
              </a:ext>
            </a:extLst>
          </p:cNvPr>
          <p:cNvSpPr/>
          <p:nvPr/>
        </p:nvSpPr>
        <p:spPr>
          <a:xfrm>
            <a:off x="3389376" y="2023872"/>
            <a:ext cx="1840992" cy="15605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C243E6-27F4-8434-6C1C-C89D083FC8B9}"/>
              </a:ext>
            </a:extLst>
          </p:cNvPr>
          <p:cNvSpPr txBox="1"/>
          <p:nvPr/>
        </p:nvSpPr>
        <p:spPr>
          <a:xfrm>
            <a:off x="3717402" y="2516342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ODE-RNN</a:t>
            </a:r>
          </a:p>
          <a:p>
            <a:pPr algn="ctr"/>
            <a:r>
              <a:rPr lang="en-US" dirty="0"/>
              <a:t>Encoder</a:t>
            </a:r>
            <a:endParaRPr lang="en-KR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BAD96FE-4EB7-AF04-37B5-29ED9EEA51B5}"/>
              </a:ext>
            </a:extLst>
          </p:cNvPr>
          <p:cNvGrpSpPr/>
          <p:nvPr/>
        </p:nvGrpSpPr>
        <p:grpSpPr>
          <a:xfrm>
            <a:off x="5571744" y="1895856"/>
            <a:ext cx="182880" cy="1816608"/>
            <a:chOff x="5571744" y="1895856"/>
            <a:chExt cx="182880" cy="181660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40D1693-81D7-2695-EBB3-5A6030F78D63}"/>
                </a:ext>
              </a:extLst>
            </p:cNvPr>
            <p:cNvCxnSpPr/>
            <p:nvPr/>
          </p:nvCxnSpPr>
          <p:spPr>
            <a:xfrm>
              <a:off x="5571744" y="1895856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298948-C30A-3BE6-7334-570C83E886A0}"/>
                </a:ext>
              </a:extLst>
            </p:cNvPr>
            <p:cNvCxnSpPr/>
            <p:nvPr/>
          </p:nvCxnSpPr>
          <p:spPr>
            <a:xfrm>
              <a:off x="5571744" y="3712464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E8624B4-8E71-2614-DBCF-F4C3D96FDEE9}"/>
                </a:ext>
              </a:extLst>
            </p:cNvPr>
            <p:cNvCxnSpPr/>
            <p:nvPr/>
          </p:nvCxnSpPr>
          <p:spPr>
            <a:xfrm>
              <a:off x="5571744" y="1895856"/>
              <a:ext cx="0" cy="18166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5A12C0B-3E98-E9CC-7724-5FA177C874B1}"/>
              </a:ext>
            </a:extLst>
          </p:cNvPr>
          <p:cNvGrpSpPr/>
          <p:nvPr/>
        </p:nvGrpSpPr>
        <p:grpSpPr>
          <a:xfrm rot="10800000">
            <a:off x="6282146" y="1895856"/>
            <a:ext cx="182880" cy="1816608"/>
            <a:chOff x="5571744" y="1895856"/>
            <a:chExt cx="182880" cy="181660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C6C9E6C-DDAE-F535-C1FC-B2AF52CB0FE8}"/>
                </a:ext>
              </a:extLst>
            </p:cNvPr>
            <p:cNvCxnSpPr/>
            <p:nvPr/>
          </p:nvCxnSpPr>
          <p:spPr>
            <a:xfrm>
              <a:off x="5571744" y="1895856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3B9FCB8-C0B8-30D2-3297-56219CF8CFDF}"/>
                </a:ext>
              </a:extLst>
            </p:cNvPr>
            <p:cNvCxnSpPr/>
            <p:nvPr/>
          </p:nvCxnSpPr>
          <p:spPr>
            <a:xfrm>
              <a:off x="5571744" y="3712464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9D12892-6BE1-F352-EA52-6B999B8B7099}"/>
                </a:ext>
              </a:extLst>
            </p:cNvPr>
            <p:cNvCxnSpPr/>
            <p:nvPr/>
          </p:nvCxnSpPr>
          <p:spPr>
            <a:xfrm>
              <a:off x="5571744" y="1895856"/>
              <a:ext cx="0" cy="18166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DF93F3B-1CF2-2B8A-FCE5-5C6BEE0BE536}"/>
              </a:ext>
            </a:extLst>
          </p:cNvPr>
          <p:cNvSpPr/>
          <p:nvPr/>
        </p:nvSpPr>
        <p:spPr>
          <a:xfrm>
            <a:off x="6855858" y="2220686"/>
            <a:ext cx="1840992" cy="11388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0D0BD36-B30B-40AD-41EF-4DCC47D39BB1}"/>
                  </a:ext>
                </a:extLst>
              </p:cNvPr>
              <p:cNvSpPr txBox="1"/>
              <p:nvPr/>
            </p:nvSpPr>
            <p:spPr>
              <a:xfrm>
                <a:off x="5773003" y="1943255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0D0BD36-B30B-40AD-41EF-4DCC47D39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03" y="1943255"/>
                <a:ext cx="5663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6307765-A4AD-3D62-FB3A-1F4B71A338EF}"/>
                  </a:ext>
                </a:extLst>
              </p:cNvPr>
              <p:cNvSpPr txBox="1"/>
              <p:nvPr/>
            </p:nvSpPr>
            <p:spPr>
              <a:xfrm>
                <a:off x="5733948" y="3467441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6307765-A4AD-3D62-FB3A-1F4B71A3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948" y="3467441"/>
                <a:ext cx="5663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F7077C13-67BE-15A8-58CA-3984E19531C8}"/>
              </a:ext>
            </a:extLst>
          </p:cNvPr>
          <p:cNvSpPr txBox="1"/>
          <p:nvPr/>
        </p:nvSpPr>
        <p:spPr>
          <a:xfrm>
            <a:off x="7089034" y="2490928"/>
            <a:ext cx="135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Neural ODE</a:t>
            </a:r>
          </a:p>
          <a:p>
            <a:pPr algn="ctr"/>
            <a:r>
              <a:rPr lang="en-US" dirty="0"/>
              <a:t>Decoder</a:t>
            </a:r>
            <a:endParaRPr lang="en-K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1FD87E-4F23-7A72-C3C9-791729CA381F}"/>
              </a:ext>
            </a:extLst>
          </p:cNvPr>
          <p:cNvSpPr txBox="1"/>
          <p:nvPr/>
        </p:nvSpPr>
        <p:spPr>
          <a:xfrm>
            <a:off x="5873545" y="2373273"/>
            <a:ext cx="5695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550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170B0-D2DE-E8FB-E270-8803A7FA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ain Latent ODE Network with Irregularly Sampled Time-Series Data">
            <a:extLst>
              <a:ext uri="{FF2B5EF4-FFF2-40B4-BE49-F238E27FC236}">
                <a16:creationId xmlns:a16="http://schemas.microsoft.com/office/drawing/2014/main" id="{218E9943-A793-95C2-B078-DAAA4CE64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717" y="-4233699"/>
            <a:ext cx="9245600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19DB0E-5456-61DF-0A07-A3BBB9FFF287}"/>
              </a:ext>
            </a:extLst>
          </p:cNvPr>
          <p:cNvSpPr/>
          <p:nvPr/>
        </p:nvSpPr>
        <p:spPr>
          <a:xfrm>
            <a:off x="6404820" y="5954998"/>
            <a:ext cx="288000" cy="288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4661B-D459-771F-D73B-8A834FE6001C}"/>
              </a:ext>
            </a:extLst>
          </p:cNvPr>
          <p:cNvSpPr/>
          <p:nvPr/>
        </p:nvSpPr>
        <p:spPr>
          <a:xfrm>
            <a:off x="6692820" y="5954998"/>
            <a:ext cx="288000" cy="2880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3BB486-EE2E-C788-0945-DCDC30B33046}"/>
              </a:ext>
            </a:extLst>
          </p:cNvPr>
          <p:cNvSpPr/>
          <p:nvPr/>
        </p:nvSpPr>
        <p:spPr>
          <a:xfrm>
            <a:off x="6980820" y="5954998"/>
            <a:ext cx="288000" cy="288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E49001-E2F3-9296-4BC4-FCE8ACA7B473}"/>
              </a:ext>
            </a:extLst>
          </p:cNvPr>
          <p:cNvSpPr/>
          <p:nvPr/>
        </p:nvSpPr>
        <p:spPr>
          <a:xfrm>
            <a:off x="7268820" y="5954998"/>
            <a:ext cx="288000" cy="288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895DD3-5824-F39B-781A-9F20A99493F0}"/>
              </a:ext>
            </a:extLst>
          </p:cNvPr>
          <p:cNvSpPr/>
          <p:nvPr/>
        </p:nvSpPr>
        <p:spPr>
          <a:xfrm>
            <a:off x="7556820" y="5954998"/>
            <a:ext cx="288000" cy="2880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D3721C-D089-496F-7E9B-44344B6A52EC}"/>
              </a:ext>
            </a:extLst>
          </p:cNvPr>
          <p:cNvSpPr/>
          <p:nvPr/>
        </p:nvSpPr>
        <p:spPr>
          <a:xfrm>
            <a:off x="7844820" y="5954998"/>
            <a:ext cx="288000" cy="288000"/>
          </a:xfrm>
          <a:prstGeom prst="rect">
            <a:avLst/>
          </a:prstGeom>
          <a:solidFill>
            <a:schemeClr val="bg1"/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3E5365-279B-1772-13AB-DE18D8110B0F}"/>
              </a:ext>
            </a:extLst>
          </p:cNvPr>
          <p:cNvSpPr/>
          <p:nvPr/>
        </p:nvSpPr>
        <p:spPr>
          <a:xfrm>
            <a:off x="8132820" y="5954998"/>
            <a:ext cx="288000" cy="2880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7A019-DD06-9154-E8F7-72434E544306}"/>
              </a:ext>
            </a:extLst>
          </p:cNvPr>
          <p:cNvSpPr/>
          <p:nvPr/>
        </p:nvSpPr>
        <p:spPr>
          <a:xfrm>
            <a:off x="3432666" y="653161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698FC8-9949-19D0-B31D-A63E1FBFB190}"/>
              </a:ext>
            </a:extLst>
          </p:cNvPr>
          <p:cNvSpPr/>
          <p:nvPr/>
        </p:nvSpPr>
        <p:spPr>
          <a:xfrm>
            <a:off x="3720666" y="6531619"/>
            <a:ext cx="288000" cy="2880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72B34-6EB4-6C6E-8F9D-9BE258B8DF68}"/>
              </a:ext>
            </a:extLst>
          </p:cNvPr>
          <p:cNvSpPr/>
          <p:nvPr/>
        </p:nvSpPr>
        <p:spPr>
          <a:xfrm>
            <a:off x="4008666" y="653161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9C7D6A-F978-3D78-C4AE-427D499AE403}"/>
              </a:ext>
            </a:extLst>
          </p:cNvPr>
          <p:cNvSpPr/>
          <p:nvPr/>
        </p:nvSpPr>
        <p:spPr>
          <a:xfrm>
            <a:off x="4296666" y="653161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6B97F1-6E42-D5EC-1BF2-8BD0CFB94EAF}"/>
              </a:ext>
            </a:extLst>
          </p:cNvPr>
          <p:cNvSpPr/>
          <p:nvPr/>
        </p:nvSpPr>
        <p:spPr>
          <a:xfrm>
            <a:off x="4584666" y="6531619"/>
            <a:ext cx="288000" cy="2880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20C8A1-00F0-A3C5-622E-8C26C0579C98}"/>
              </a:ext>
            </a:extLst>
          </p:cNvPr>
          <p:cNvSpPr/>
          <p:nvPr/>
        </p:nvSpPr>
        <p:spPr>
          <a:xfrm>
            <a:off x="4872666" y="6531619"/>
            <a:ext cx="288000" cy="28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01743E-902D-0302-169F-D6595D62E3D5}"/>
              </a:ext>
            </a:extLst>
          </p:cNvPr>
          <p:cNvSpPr/>
          <p:nvPr/>
        </p:nvSpPr>
        <p:spPr>
          <a:xfrm>
            <a:off x="5160666" y="6531619"/>
            <a:ext cx="288000" cy="288000"/>
          </a:xfrm>
          <a:prstGeom prst="rect">
            <a:avLst/>
          </a:prstGeom>
          <a:solidFill>
            <a:schemeClr val="bg2">
              <a:lumMod val="75000"/>
            </a:schemeClr>
          </a:solidFill>
          <a:ln w="222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568DE7-26DE-24CA-C002-6F6E44A30F94}"/>
              </a:ext>
            </a:extLst>
          </p:cNvPr>
          <p:cNvSpPr/>
          <p:nvPr/>
        </p:nvSpPr>
        <p:spPr>
          <a:xfrm>
            <a:off x="4942512" y="4038028"/>
            <a:ext cx="1840992" cy="1094166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384086-4A70-B303-4E34-7205A4D05B76}"/>
              </a:ext>
            </a:extLst>
          </p:cNvPr>
          <p:cNvSpPr txBox="1"/>
          <p:nvPr/>
        </p:nvSpPr>
        <p:spPr>
          <a:xfrm>
            <a:off x="5307047" y="4278981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ODE-RNN</a:t>
            </a:r>
          </a:p>
          <a:p>
            <a:pPr algn="ctr"/>
            <a:r>
              <a:rPr lang="en-US" dirty="0"/>
              <a:t>Encoder</a:t>
            </a:r>
            <a:endParaRPr lang="en-KR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D449A0-DB6F-E4A7-7423-43939CB59F6A}"/>
              </a:ext>
            </a:extLst>
          </p:cNvPr>
          <p:cNvGrpSpPr/>
          <p:nvPr/>
        </p:nvGrpSpPr>
        <p:grpSpPr>
          <a:xfrm>
            <a:off x="397434" y="2601750"/>
            <a:ext cx="182880" cy="434881"/>
            <a:chOff x="5571744" y="1895856"/>
            <a:chExt cx="182880" cy="181660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0C82C6-3904-3D50-430A-21D49589A1E3}"/>
                </a:ext>
              </a:extLst>
            </p:cNvPr>
            <p:cNvCxnSpPr/>
            <p:nvPr/>
          </p:nvCxnSpPr>
          <p:spPr>
            <a:xfrm>
              <a:off x="5571744" y="1895856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18F2759-D725-5315-2A6A-481B1E3EA79F}"/>
                </a:ext>
              </a:extLst>
            </p:cNvPr>
            <p:cNvCxnSpPr/>
            <p:nvPr/>
          </p:nvCxnSpPr>
          <p:spPr>
            <a:xfrm>
              <a:off x="5571744" y="3712464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5AC0AE-635E-8C8C-9A13-B97A0582F79F}"/>
                </a:ext>
              </a:extLst>
            </p:cNvPr>
            <p:cNvCxnSpPr/>
            <p:nvPr/>
          </p:nvCxnSpPr>
          <p:spPr>
            <a:xfrm>
              <a:off x="5571744" y="1895856"/>
              <a:ext cx="0" cy="18166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A8E092-C622-58D7-5F4D-847679C5BD3F}"/>
              </a:ext>
            </a:extLst>
          </p:cNvPr>
          <p:cNvGrpSpPr/>
          <p:nvPr/>
        </p:nvGrpSpPr>
        <p:grpSpPr>
          <a:xfrm rot="10800000">
            <a:off x="2161328" y="2601750"/>
            <a:ext cx="182880" cy="434881"/>
            <a:chOff x="5571744" y="1895856"/>
            <a:chExt cx="182880" cy="181660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646B44E-4247-6E9F-B19C-5597DD3407B5}"/>
                </a:ext>
              </a:extLst>
            </p:cNvPr>
            <p:cNvCxnSpPr/>
            <p:nvPr/>
          </p:nvCxnSpPr>
          <p:spPr>
            <a:xfrm>
              <a:off x="5571744" y="1895856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24084A5-B9F1-9878-062F-C12AB8529955}"/>
                </a:ext>
              </a:extLst>
            </p:cNvPr>
            <p:cNvCxnSpPr/>
            <p:nvPr/>
          </p:nvCxnSpPr>
          <p:spPr>
            <a:xfrm>
              <a:off x="5571744" y="3712464"/>
              <a:ext cx="1828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08E201D-820C-86AB-3ECA-21A7703DFD50}"/>
                </a:ext>
              </a:extLst>
            </p:cNvPr>
            <p:cNvCxnSpPr/>
            <p:nvPr/>
          </p:nvCxnSpPr>
          <p:spPr>
            <a:xfrm>
              <a:off x="5571744" y="1895856"/>
              <a:ext cx="0" cy="181660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0951127D-8BE8-C3AE-3D02-23EE5B2D2BF6}"/>
              </a:ext>
            </a:extLst>
          </p:cNvPr>
          <p:cNvSpPr/>
          <p:nvPr/>
        </p:nvSpPr>
        <p:spPr>
          <a:xfrm>
            <a:off x="4958923" y="1357335"/>
            <a:ext cx="1840992" cy="967705"/>
          </a:xfrm>
          <a:prstGeom prst="rect">
            <a:avLst/>
          </a:prstGeom>
          <a:noFill/>
          <a:ln w="317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F29F208-7383-FA86-1A6B-54371382F875}"/>
                  </a:ext>
                </a:extLst>
              </p:cNvPr>
              <p:cNvSpPr txBox="1"/>
              <p:nvPr/>
            </p:nvSpPr>
            <p:spPr>
              <a:xfrm>
                <a:off x="368974" y="2634524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F29F208-7383-FA86-1A6B-54371382F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74" y="2634524"/>
                <a:ext cx="56631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F96803D-17CD-AC3A-554C-A5C99E472BB1}"/>
                  </a:ext>
                </a:extLst>
              </p:cNvPr>
              <p:cNvSpPr txBox="1"/>
              <p:nvPr/>
            </p:nvSpPr>
            <p:spPr>
              <a:xfrm>
                <a:off x="1830205" y="2601455"/>
                <a:ext cx="5663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 lang="en-KR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F96803D-17CD-AC3A-554C-A5C99E472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205" y="2601455"/>
                <a:ext cx="5663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3AFFAA1-1B66-7D11-2DBD-B728D321740E}"/>
              </a:ext>
            </a:extLst>
          </p:cNvPr>
          <p:cNvSpPr txBox="1"/>
          <p:nvPr/>
        </p:nvSpPr>
        <p:spPr>
          <a:xfrm>
            <a:off x="5209619" y="1512043"/>
            <a:ext cx="135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Neural ODE</a:t>
            </a:r>
          </a:p>
          <a:p>
            <a:pPr algn="ctr"/>
            <a:r>
              <a:rPr lang="en-US" dirty="0"/>
              <a:t>Decoder</a:t>
            </a:r>
            <a:endParaRPr lang="en-K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FB857-4107-6409-4943-55CFAD4131AC}"/>
              </a:ext>
            </a:extLst>
          </p:cNvPr>
          <p:cNvSpPr txBox="1"/>
          <p:nvPr/>
        </p:nvSpPr>
        <p:spPr>
          <a:xfrm rot="5400000">
            <a:off x="1114532" y="2558828"/>
            <a:ext cx="5695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  <a:p>
            <a:r>
              <a:rPr lang="en-KR" sz="1600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CDB86E-0331-96D0-E964-4BC16B8E2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6114" y="923647"/>
            <a:ext cx="6489700" cy="231140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B98E3E6C-491E-0C35-7104-9547059A7AE6}"/>
              </a:ext>
            </a:extLst>
          </p:cNvPr>
          <p:cNvGrpSpPr/>
          <p:nvPr/>
        </p:nvGrpSpPr>
        <p:grpSpPr>
          <a:xfrm>
            <a:off x="4440666" y="5184289"/>
            <a:ext cx="1008000" cy="627017"/>
            <a:chOff x="4440666" y="4402183"/>
            <a:chExt cx="1008000" cy="62701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ADC4C51-5502-F3B5-CAB1-7AC71AAFA7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0666" y="4702629"/>
              <a:ext cx="0" cy="326571"/>
            </a:xfrm>
            <a:prstGeom prst="line">
              <a:avLst/>
            </a:prstGeom>
            <a:ln w="317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D471688-2CFA-DFEC-DFAC-EC2ACA247A02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66" y="4702629"/>
              <a:ext cx="984832" cy="0"/>
            </a:xfrm>
            <a:prstGeom prst="line">
              <a:avLst/>
            </a:prstGeom>
            <a:ln w="317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872764E-8E9A-56CD-D59A-B54F5E6AB4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8560" y="4402183"/>
              <a:ext cx="10106" cy="306104"/>
            </a:xfrm>
            <a:prstGeom prst="straightConnector1">
              <a:avLst/>
            </a:prstGeom>
            <a:ln w="3175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D1271A4-7ED2-0506-55C3-C43317DBB59A}"/>
              </a:ext>
            </a:extLst>
          </p:cNvPr>
          <p:cNvGrpSpPr/>
          <p:nvPr/>
        </p:nvGrpSpPr>
        <p:grpSpPr>
          <a:xfrm flipH="1">
            <a:off x="6395464" y="5184289"/>
            <a:ext cx="984833" cy="770709"/>
            <a:chOff x="4440666" y="4402183"/>
            <a:chExt cx="1008000" cy="770709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62223C0-7DCB-C6F4-4041-2BB4620CE5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0666" y="4702629"/>
              <a:ext cx="0" cy="470263"/>
            </a:xfrm>
            <a:prstGeom prst="line">
              <a:avLst/>
            </a:prstGeom>
            <a:ln w="317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F11AD5C-E9C2-48B2-435E-CC8D9B4CBB78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66" y="4702629"/>
              <a:ext cx="984832" cy="0"/>
            </a:xfrm>
            <a:prstGeom prst="line">
              <a:avLst/>
            </a:prstGeom>
            <a:ln w="317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C2F5C4C-B4C0-75B8-2D73-CBB9858E4F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38560" y="4402183"/>
              <a:ext cx="10106" cy="306104"/>
            </a:xfrm>
            <a:prstGeom prst="straightConnector1">
              <a:avLst/>
            </a:prstGeom>
            <a:ln w="31750">
              <a:solidFill>
                <a:schemeClr val="bg2">
                  <a:lumMod val="2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5A5FC7-1C95-323D-33E7-357CC73AF0EE}"/>
              </a:ext>
            </a:extLst>
          </p:cNvPr>
          <p:cNvCxnSpPr>
            <a:cxnSpLocks/>
          </p:cNvCxnSpPr>
          <p:nvPr/>
        </p:nvCxnSpPr>
        <p:spPr>
          <a:xfrm flipV="1">
            <a:off x="4440666" y="6198394"/>
            <a:ext cx="0" cy="326263"/>
          </a:xfrm>
          <a:prstGeom prst="line">
            <a:avLst/>
          </a:prstGeom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1434014-2838-3611-AB15-E418F06FD794}"/>
              </a:ext>
            </a:extLst>
          </p:cNvPr>
          <p:cNvSpPr/>
          <p:nvPr/>
        </p:nvSpPr>
        <p:spPr>
          <a:xfrm>
            <a:off x="3720666" y="5843180"/>
            <a:ext cx="1439996" cy="352542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DFFF323-2D1D-2E23-4826-688DF7CC4896}"/>
              </a:ext>
            </a:extLst>
          </p:cNvPr>
          <p:cNvSpPr txBox="1"/>
          <p:nvPr/>
        </p:nvSpPr>
        <p:spPr>
          <a:xfrm>
            <a:off x="3864666" y="5844462"/>
            <a:ext cx="1259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/>
              <a:t>Time2Vecz</a:t>
            </a:r>
            <a:endParaRPr lang="en-KR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0A19BF0-D262-B0A3-705C-CC8664583D36}"/>
              </a:ext>
            </a:extLst>
          </p:cNvPr>
          <p:cNvCxnSpPr>
            <a:cxnSpLocks/>
          </p:cNvCxnSpPr>
          <p:nvPr/>
        </p:nvCxnSpPr>
        <p:spPr>
          <a:xfrm flipV="1">
            <a:off x="5886022" y="3747333"/>
            <a:ext cx="0" cy="292529"/>
          </a:xfrm>
          <a:prstGeom prst="straightConnector1">
            <a:avLst/>
          </a:prstGeom>
          <a:ln w="317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50023AE-436E-6E49-C5E3-B1C96DBAEE56}"/>
              </a:ext>
            </a:extLst>
          </p:cNvPr>
          <p:cNvCxnSpPr>
            <a:cxnSpLocks/>
          </p:cNvCxnSpPr>
          <p:nvPr/>
        </p:nvCxnSpPr>
        <p:spPr>
          <a:xfrm flipV="1">
            <a:off x="5869313" y="2381925"/>
            <a:ext cx="0" cy="318909"/>
          </a:xfrm>
          <a:prstGeom prst="straightConnector1">
            <a:avLst/>
          </a:prstGeom>
          <a:ln w="317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EE51688-4A61-19CD-C2A2-53F2F8F8E0C4}"/>
              </a:ext>
            </a:extLst>
          </p:cNvPr>
          <p:cNvSpPr/>
          <p:nvPr/>
        </p:nvSpPr>
        <p:spPr>
          <a:xfrm>
            <a:off x="5179519" y="2709401"/>
            <a:ext cx="1439996" cy="993397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3D9B68-AD93-ECEF-CA69-A0CC7125959D}"/>
              </a:ext>
            </a:extLst>
          </p:cNvPr>
          <p:cNvSpPr txBox="1"/>
          <p:nvPr/>
        </p:nvSpPr>
        <p:spPr>
          <a:xfrm>
            <a:off x="1857428" y="3303649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CDF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A1355C7-B03F-5CBA-F6BD-3B89CB989096}"/>
              </a:ext>
            </a:extLst>
          </p:cNvPr>
          <p:cNvCxnSpPr>
            <a:cxnSpLocks/>
          </p:cNvCxnSpPr>
          <p:nvPr/>
        </p:nvCxnSpPr>
        <p:spPr>
          <a:xfrm flipV="1">
            <a:off x="1371564" y="2242128"/>
            <a:ext cx="0" cy="326263"/>
          </a:xfrm>
          <a:prstGeom prst="line">
            <a:avLst/>
          </a:prstGeom>
          <a:ln w="317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Freeform 1026">
            <a:extLst>
              <a:ext uri="{FF2B5EF4-FFF2-40B4-BE49-F238E27FC236}">
                <a16:creationId xmlns:a16="http://schemas.microsoft.com/office/drawing/2014/main" id="{849AECB5-3868-842F-F9E7-61EBDDEFFD47}"/>
              </a:ext>
            </a:extLst>
          </p:cNvPr>
          <p:cNvSpPr/>
          <p:nvPr/>
        </p:nvSpPr>
        <p:spPr>
          <a:xfrm>
            <a:off x="5367455" y="3122571"/>
            <a:ext cx="992458" cy="580231"/>
          </a:xfrm>
          <a:custGeom>
            <a:avLst/>
            <a:gdLst>
              <a:gd name="connsiteX0" fmla="*/ 0 w 992458"/>
              <a:gd name="connsiteY0" fmla="*/ 580231 h 580231"/>
              <a:gd name="connsiteX1" fmla="*/ 323385 w 992458"/>
              <a:gd name="connsiteY1" fmla="*/ 256845 h 580231"/>
              <a:gd name="connsiteX2" fmla="*/ 635619 w 992458"/>
              <a:gd name="connsiteY2" fmla="*/ 367 h 580231"/>
              <a:gd name="connsiteX3" fmla="*/ 814039 w 992458"/>
              <a:gd name="connsiteY3" fmla="*/ 312601 h 580231"/>
              <a:gd name="connsiteX4" fmla="*/ 992458 w 992458"/>
              <a:gd name="connsiteY4" fmla="*/ 580231 h 580231"/>
              <a:gd name="connsiteX5" fmla="*/ 992458 w 992458"/>
              <a:gd name="connsiteY5" fmla="*/ 580231 h 580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2458" h="580231">
                <a:moveTo>
                  <a:pt x="0" y="580231"/>
                </a:moveTo>
                <a:cubicBezTo>
                  <a:pt x="108724" y="466860"/>
                  <a:pt x="217448" y="353489"/>
                  <a:pt x="323385" y="256845"/>
                </a:cubicBezTo>
                <a:cubicBezTo>
                  <a:pt x="429322" y="160201"/>
                  <a:pt x="553843" y="-8926"/>
                  <a:pt x="635619" y="367"/>
                </a:cubicBezTo>
                <a:cubicBezTo>
                  <a:pt x="717395" y="9660"/>
                  <a:pt x="754566" y="215957"/>
                  <a:pt x="814039" y="312601"/>
                </a:cubicBezTo>
                <a:cubicBezTo>
                  <a:pt x="873512" y="409245"/>
                  <a:pt x="992458" y="580231"/>
                  <a:pt x="992458" y="580231"/>
                </a:cubicBezTo>
                <a:lnTo>
                  <a:pt x="992458" y="580231"/>
                </a:ln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735DCA8A-7B80-F640-0EAB-E2BB72213219}"/>
              </a:ext>
            </a:extLst>
          </p:cNvPr>
          <p:cNvSpPr txBox="1"/>
          <p:nvPr/>
        </p:nvSpPr>
        <p:spPr>
          <a:xfrm>
            <a:off x="5338305" y="2707242"/>
            <a:ext cx="1046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P(Ze, </a:t>
            </a:r>
            <a:r>
              <a:rPr lang="en-US" dirty="0" err="1"/>
              <a:t>Zd</a:t>
            </a:r>
            <a:r>
              <a:rPr lang="en-US" dirty="0"/>
              <a:t>)</a:t>
            </a:r>
            <a:endParaRPr lang="en-KR" dirty="0"/>
          </a:p>
        </p:txBody>
      </p: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3D50D89A-90F3-943F-2A8D-CFA713CE6551}"/>
              </a:ext>
            </a:extLst>
          </p:cNvPr>
          <p:cNvCxnSpPr>
            <a:cxnSpLocks/>
          </p:cNvCxnSpPr>
          <p:nvPr/>
        </p:nvCxnSpPr>
        <p:spPr>
          <a:xfrm flipV="1">
            <a:off x="5851158" y="1103843"/>
            <a:ext cx="0" cy="245826"/>
          </a:xfrm>
          <a:prstGeom prst="straightConnector1">
            <a:avLst/>
          </a:prstGeom>
          <a:ln w="31750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3C2168A1-7D2C-D41F-4691-1799BD24E17D}"/>
              </a:ext>
            </a:extLst>
          </p:cNvPr>
          <p:cNvSpPr/>
          <p:nvPr/>
        </p:nvSpPr>
        <p:spPr>
          <a:xfrm>
            <a:off x="5182320" y="700233"/>
            <a:ext cx="1439996" cy="352542"/>
          </a:xfrm>
          <a:prstGeom prst="rect">
            <a:avLst/>
          </a:prstGeom>
          <a:noFill/>
          <a:ln w="31750" cap="rnd">
            <a:solidFill>
              <a:schemeClr val="bg2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E3709583-2D96-3C5B-A7E5-DBA0AEC94D37}"/>
              </a:ext>
            </a:extLst>
          </p:cNvPr>
          <p:cNvSpPr txBox="1"/>
          <p:nvPr/>
        </p:nvSpPr>
        <p:spPr>
          <a:xfrm>
            <a:off x="5326320" y="701515"/>
            <a:ext cx="120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Likelihood</a:t>
            </a:r>
          </a:p>
        </p:txBody>
      </p:sp>
    </p:spTree>
    <p:extLst>
      <p:ext uri="{BB962C8B-B14F-4D97-AF65-F5344CB8AC3E}">
        <p14:creationId xmlns:p14="http://schemas.microsoft.com/office/powerpoint/2010/main" val="1530033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276</Words>
  <Application>Microsoft Macintosh PowerPoint</Application>
  <PresentationFormat>Widescreen</PresentationFormat>
  <Paragraphs>98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techzt@korea.ac.kr</dc:creator>
  <cp:lastModifiedBy>techzt@korea.ac.kr</cp:lastModifiedBy>
  <cp:revision>24</cp:revision>
  <dcterms:created xsi:type="dcterms:W3CDTF">2025-04-01T09:46:17Z</dcterms:created>
  <dcterms:modified xsi:type="dcterms:W3CDTF">2025-05-26T10:23:42Z</dcterms:modified>
</cp:coreProperties>
</file>